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-9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1EBBAD-53A9-4A8E-93C0-DECE5269255C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904A1BE-F92F-45D5-808C-FF7FA11A1F85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26%</a:t>
          </a:r>
          <a:endParaRPr lang="en-IN" dirty="0"/>
        </a:p>
      </dgm:t>
    </dgm:pt>
    <dgm:pt modelId="{2E7EE883-8013-49B8-9D42-9CD2260DA837}" type="parTrans" cxnId="{DAD0A27F-1192-4DD5-A304-C0A742623CF3}">
      <dgm:prSet/>
      <dgm:spPr/>
      <dgm:t>
        <a:bodyPr/>
        <a:lstStyle/>
        <a:p>
          <a:endParaRPr lang="en-IN"/>
        </a:p>
      </dgm:t>
    </dgm:pt>
    <dgm:pt modelId="{65312199-1A4F-4B46-9ECD-6FFDD675BF74}" type="sibTrans" cxnId="{DAD0A27F-1192-4DD5-A304-C0A742623CF3}">
      <dgm:prSet/>
      <dgm:spPr/>
      <dgm:t>
        <a:bodyPr/>
        <a:lstStyle/>
        <a:p>
          <a:endParaRPr lang="en-IN"/>
        </a:p>
      </dgm:t>
    </dgm:pt>
    <dgm:pt modelId="{21F9F0F6-06DE-4536-9BF4-E4483980A3C6}">
      <dgm:prSet phldrT="[Text]"/>
      <dgm:spPr>
        <a:solidFill>
          <a:schemeClr val="accent6">
            <a:lumMod val="75000"/>
            <a:alpha val="90000"/>
          </a:schemeClr>
        </a:solidFill>
      </dgm:spPr>
      <dgm:t>
        <a:bodyPr/>
        <a:lstStyle/>
        <a:p>
          <a:r>
            <a:rPr lang="en-US" dirty="0" smtClean="0"/>
            <a:t>UPI</a:t>
          </a:r>
          <a:endParaRPr lang="en-IN" dirty="0"/>
        </a:p>
      </dgm:t>
    </dgm:pt>
    <dgm:pt modelId="{A9B0CD08-3BE2-4D33-BE6E-474137FC78FD}" type="parTrans" cxnId="{4EF73682-926B-4C4D-9543-84B63446C4FB}">
      <dgm:prSet/>
      <dgm:spPr/>
      <dgm:t>
        <a:bodyPr/>
        <a:lstStyle/>
        <a:p>
          <a:endParaRPr lang="en-IN"/>
        </a:p>
      </dgm:t>
    </dgm:pt>
    <dgm:pt modelId="{783AB45C-2414-4F36-B8C3-8766E4674F55}" type="sibTrans" cxnId="{4EF73682-926B-4C4D-9543-84B63446C4FB}">
      <dgm:prSet/>
      <dgm:spPr/>
      <dgm:t>
        <a:bodyPr/>
        <a:lstStyle/>
        <a:p>
          <a:endParaRPr lang="en-IN"/>
        </a:p>
      </dgm:t>
    </dgm:pt>
    <dgm:pt modelId="{9C1F52DA-40D7-4F52-B24D-6AABCC37C47A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/>
            <a:t>25%</a:t>
          </a:r>
          <a:endParaRPr lang="en-IN" dirty="0"/>
        </a:p>
      </dgm:t>
    </dgm:pt>
    <dgm:pt modelId="{7BCF6720-C1B4-4C03-B017-0DEDBE71747D}" type="parTrans" cxnId="{81D5C85A-C9BE-4EA7-8B6F-B5200DF02B9A}">
      <dgm:prSet/>
      <dgm:spPr/>
      <dgm:t>
        <a:bodyPr/>
        <a:lstStyle/>
        <a:p>
          <a:endParaRPr lang="en-IN"/>
        </a:p>
      </dgm:t>
    </dgm:pt>
    <dgm:pt modelId="{88225D50-888E-4E40-9F74-18D6AA3198EB}" type="sibTrans" cxnId="{81D5C85A-C9BE-4EA7-8B6F-B5200DF02B9A}">
      <dgm:prSet/>
      <dgm:spPr/>
      <dgm:t>
        <a:bodyPr/>
        <a:lstStyle/>
        <a:p>
          <a:endParaRPr lang="en-IN"/>
        </a:p>
      </dgm:t>
    </dgm:pt>
    <dgm:pt modelId="{2D810A88-B209-47C0-B199-4BF21D47ED2C}">
      <dgm:prSet phldrT="[Text]"/>
      <dgm:spPr>
        <a:solidFill>
          <a:schemeClr val="accent6">
            <a:lumMod val="75000"/>
            <a:alpha val="90000"/>
          </a:schemeClr>
        </a:solidFill>
      </dgm:spPr>
      <dgm:t>
        <a:bodyPr/>
        <a:lstStyle/>
        <a:p>
          <a:r>
            <a:rPr lang="en-US" dirty="0" smtClean="0"/>
            <a:t>Wallet</a:t>
          </a:r>
          <a:endParaRPr lang="en-IN" dirty="0"/>
        </a:p>
      </dgm:t>
    </dgm:pt>
    <dgm:pt modelId="{01D06371-0161-45DD-A5C2-26DAC2ABE566}" type="parTrans" cxnId="{182B9569-C243-4E8F-B371-59E6DC996219}">
      <dgm:prSet/>
      <dgm:spPr/>
      <dgm:t>
        <a:bodyPr/>
        <a:lstStyle/>
        <a:p>
          <a:endParaRPr lang="en-IN"/>
        </a:p>
      </dgm:t>
    </dgm:pt>
    <dgm:pt modelId="{DD8D6E17-82FA-4F13-BDDE-8D5173434D85}" type="sibTrans" cxnId="{182B9569-C243-4E8F-B371-59E6DC996219}">
      <dgm:prSet/>
      <dgm:spPr/>
      <dgm:t>
        <a:bodyPr/>
        <a:lstStyle/>
        <a:p>
          <a:endParaRPr lang="en-IN"/>
        </a:p>
      </dgm:t>
    </dgm:pt>
    <dgm:pt modelId="{94F5807B-7507-4C66-9EBE-AC2A70D76941}">
      <dgm:prSet phldrT="[Text]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 smtClean="0"/>
            <a:t>24%</a:t>
          </a:r>
          <a:endParaRPr lang="en-IN" dirty="0"/>
        </a:p>
      </dgm:t>
    </dgm:pt>
    <dgm:pt modelId="{74028564-50D7-4469-8581-6AD53787E4D0}" type="parTrans" cxnId="{7F24A00A-3581-4FA9-9488-EA28ABAC7F8A}">
      <dgm:prSet/>
      <dgm:spPr/>
      <dgm:t>
        <a:bodyPr/>
        <a:lstStyle/>
        <a:p>
          <a:endParaRPr lang="en-IN"/>
        </a:p>
      </dgm:t>
    </dgm:pt>
    <dgm:pt modelId="{A3F61A7A-3B0B-4EB8-939E-389FBD6114AC}" type="sibTrans" cxnId="{7F24A00A-3581-4FA9-9488-EA28ABAC7F8A}">
      <dgm:prSet/>
      <dgm:spPr/>
      <dgm:t>
        <a:bodyPr/>
        <a:lstStyle/>
        <a:p>
          <a:endParaRPr lang="en-IN"/>
        </a:p>
      </dgm:t>
    </dgm:pt>
    <dgm:pt modelId="{DB56EFB8-D7A1-4E09-BD58-B65CB377B3A4}">
      <dgm:prSet phldrT="[Text]"/>
      <dgm:spPr>
        <a:solidFill>
          <a:schemeClr val="accent6">
            <a:lumMod val="75000"/>
            <a:alpha val="90000"/>
          </a:schemeClr>
        </a:solidFill>
      </dgm:spPr>
      <dgm:t>
        <a:bodyPr/>
        <a:lstStyle/>
        <a:p>
          <a:r>
            <a:rPr lang="en-US" dirty="0" smtClean="0"/>
            <a:t>Card</a:t>
          </a:r>
          <a:endParaRPr lang="en-IN" dirty="0"/>
        </a:p>
      </dgm:t>
    </dgm:pt>
    <dgm:pt modelId="{745D8166-3B1D-4EA2-81E0-425D817FCBC7}" type="parTrans" cxnId="{CBC8B6A0-7E92-443F-9EBB-9D96D1454BC1}">
      <dgm:prSet/>
      <dgm:spPr/>
      <dgm:t>
        <a:bodyPr/>
        <a:lstStyle/>
        <a:p>
          <a:endParaRPr lang="en-IN"/>
        </a:p>
      </dgm:t>
    </dgm:pt>
    <dgm:pt modelId="{DCFF7AE1-C108-453C-BCC9-A2A598B5AE7B}" type="sibTrans" cxnId="{CBC8B6A0-7E92-443F-9EBB-9D96D1454BC1}">
      <dgm:prSet/>
      <dgm:spPr/>
      <dgm:t>
        <a:bodyPr/>
        <a:lstStyle/>
        <a:p>
          <a:endParaRPr lang="en-IN"/>
        </a:p>
      </dgm:t>
    </dgm:pt>
    <dgm:pt modelId="{5BB87B5A-08F7-4C6F-95BD-F5EDE6087A85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 smtClean="0"/>
            <a:t>25%</a:t>
          </a:r>
          <a:endParaRPr lang="en-IN" dirty="0"/>
        </a:p>
      </dgm:t>
    </dgm:pt>
    <dgm:pt modelId="{0301403A-1E6A-4905-82DA-CBA3C45637F9}" type="parTrans" cxnId="{47719F17-0FBD-44B6-BE09-95B784844DEB}">
      <dgm:prSet/>
      <dgm:spPr/>
      <dgm:t>
        <a:bodyPr/>
        <a:lstStyle/>
        <a:p>
          <a:endParaRPr lang="en-IN"/>
        </a:p>
      </dgm:t>
    </dgm:pt>
    <dgm:pt modelId="{AFB520DB-B2A6-4A11-8112-0FF19E83492D}" type="sibTrans" cxnId="{47719F17-0FBD-44B6-BE09-95B784844DEB}">
      <dgm:prSet/>
      <dgm:spPr/>
      <dgm:t>
        <a:bodyPr/>
        <a:lstStyle/>
        <a:p>
          <a:endParaRPr lang="en-IN"/>
        </a:p>
      </dgm:t>
    </dgm:pt>
    <dgm:pt modelId="{9E318E26-3550-41EE-A8F2-C9A65CAB1663}">
      <dgm:prSet phldrT="[Text]"/>
      <dgm:spPr>
        <a:solidFill>
          <a:schemeClr val="accent6">
            <a:lumMod val="75000"/>
            <a:alpha val="90000"/>
          </a:schemeClr>
        </a:solidFill>
      </dgm:spPr>
      <dgm:t>
        <a:bodyPr/>
        <a:lstStyle/>
        <a:p>
          <a:r>
            <a:rPr lang="en-US" dirty="0" smtClean="0"/>
            <a:t>Cash</a:t>
          </a:r>
          <a:endParaRPr lang="en-IN" dirty="0"/>
        </a:p>
      </dgm:t>
    </dgm:pt>
    <dgm:pt modelId="{407B3B48-B34B-4129-B112-71700001163B}" type="parTrans" cxnId="{B334A597-3F3C-4C2F-80E8-B26C46E57C80}">
      <dgm:prSet/>
      <dgm:spPr/>
      <dgm:t>
        <a:bodyPr/>
        <a:lstStyle/>
        <a:p>
          <a:endParaRPr lang="en-IN"/>
        </a:p>
      </dgm:t>
    </dgm:pt>
    <dgm:pt modelId="{92C1ADC9-CB9E-4997-9715-6BEB9E24DE0D}" type="sibTrans" cxnId="{B334A597-3F3C-4C2F-80E8-B26C46E57C80}">
      <dgm:prSet/>
      <dgm:spPr/>
      <dgm:t>
        <a:bodyPr/>
        <a:lstStyle/>
        <a:p>
          <a:endParaRPr lang="en-IN"/>
        </a:p>
      </dgm:t>
    </dgm:pt>
    <dgm:pt modelId="{B6BAE34D-AD4F-4660-9F59-6F0B86D1C849}" type="pres">
      <dgm:prSet presAssocID="{3C1EBBAD-53A9-4A8E-93C0-DECE5269255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9190ECFC-44EE-48C6-B695-C55ED8C4F4E5}" type="pres">
      <dgm:prSet presAssocID="{3C1EBBAD-53A9-4A8E-93C0-DECE5269255C}" presName="children" presStyleCnt="0"/>
      <dgm:spPr/>
    </dgm:pt>
    <dgm:pt modelId="{577F9543-B436-4300-80FD-28401B949ACA}" type="pres">
      <dgm:prSet presAssocID="{3C1EBBAD-53A9-4A8E-93C0-DECE5269255C}" presName="child1group" presStyleCnt="0"/>
      <dgm:spPr/>
    </dgm:pt>
    <dgm:pt modelId="{C711C610-85A8-40B1-A5E3-B88074648C03}" type="pres">
      <dgm:prSet presAssocID="{3C1EBBAD-53A9-4A8E-93C0-DECE5269255C}" presName="child1" presStyleLbl="bgAcc1" presStyleIdx="0" presStyleCnt="4"/>
      <dgm:spPr/>
    </dgm:pt>
    <dgm:pt modelId="{68227FCE-874B-4816-A823-C166D986B764}" type="pres">
      <dgm:prSet presAssocID="{3C1EBBAD-53A9-4A8E-93C0-DECE5269255C}" presName="child1Text" presStyleLbl="bgAcc1" presStyleIdx="0" presStyleCnt="4">
        <dgm:presLayoutVars>
          <dgm:bulletEnabled val="1"/>
        </dgm:presLayoutVars>
      </dgm:prSet>
      <dgm:spPr/>
    </dgm:pt>
    <dgm:pt modelId="{163C7A01-A8FA-482C-9B84-634CB38F0B06}" type="pres">
      <dgm:prSet presAssocID="{3C1EBBAD-53A9-4A8E-93C0-DECE5269255C}" presName="child2group" presStyleCnt="0"/>
      <dgm:spPr/>
    </dgm:pt>
    <dgm:pt modelId="{37B25EDA-77E8-4E79-A1EA-35E9415CCC8F}" type="pres">
      <dgm:prSet presAssocID="{3C1EBBAD-53A9-4A8E-93C0-DECE5269255C}" presName="child2" presStyleLbl="bgAcc1" presStyleIdx="1" presStyleCnt="4"/>
      <dgm:spPr/>
      <dgm:t>
        <a:bodyPr/>
        <a:lstStyle/>
        <a:p>
          <a:endParaRPr lang="en-IN"/>
        </a:p>
      </dgm:t>
    </dgm:pt>
    <dgm:pt modelId="{9EF136AD-173A-40A9-B9B5-F46607CAE405}" type="pres">
      <dgm:prSet presAssocID="{3C1EBBAD-53A9-4A8E-93C0-DECE5269255C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DC27D5F-DD08-4911-A392-C78504942AE0}" type="pres">
      <dgm:prSet presAssocID="{3C1EBBAD-53A9-4A8E-93C0-DECE5269255C}" presName="child3group" presStyleCnt="0"/>
      <dgm:spPr/>
    </dgm:pt>
    <dgm:pt modelId="{FECFB017-97B7-4713-9E0D-05B29279F59B}" type="pres">
      <dgm:prSet presAssocID="{3C1EBBAD-53A9-4A8E-93C0-DECE5269255C}" presName="child3" presStyleLbl="bgAcc1" presStyleIdx="2" presStyleCnt="4"/>
      <dgm:spPr/>
    </dgm:pt>
    <dgm:pt modelId="{22DA93D0-5500-45D3-9715-F9A1EB324C3F}" type="pres">
      <dgm:prSet presAssocID="{3C1EBBAD-53A9-4A8E-93C0-DECE5269255C}" presName="child3Text" presStyleLbl="bgAcc1" presStyleIdx="2" presStyleCnt="4">
        <dgm:presLayoutVars>
          <dgm:bulletEnabled val="1"/>
        </dgm:presLayoutVars>
      </dgm:prSet>
      <dgm:spPr/>
    </dgm:pt>
    <dgm:pt modelId="{3F006C59-C3B9-4CBC-B215-FCA6185205EB}" type="pres">
      <dgm:prSet presAssocID="{3C1EBBAD-53A9-4A8E-93C0-DECE5269255C}" presName="child4group" presStyleCnt="0"/>
      <dgm:spPr/>
    </dgm:pt>
    <dgm:pt modelId="{C6949908-9763-4DD1-A540-B47FAA627E77}" type="pres">
      <dgm:prSet presAssocID="{3C1EBBAD-53A9-4A8E-93C0-DECE5269255C}" presName="child4" presStyleLbl="bgAcc1" presStyleIdx="3" presStyleCnt="4"/>
      <dgm:spPr/>
      <dgm:t>
        <a:bodyPr/>
        <a:lstStyle/>
        <a:p>
          <a:endParaRPr lang="en-IN"/>
        </a:p>
      </dgm:t>
    </dgm:pt>
    <dgm:pt modelId="{64140F31-0B7D-4C44-820C-1EE7753EFAB2}" type="pres">
      <dgm:prSet presAssocID="{3C1EBBAD-53A9-4A8E-93C0-DECE5269255C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BC55559-BB5C-4611-8F7D-A9E4DD765C88}" type="pres">
      <dgm:prSet presAssocID="{3C1EBBAD-53A9-4A8E-93C0-DECE5269255C}" presName="childPlaceholder" presStyleCnt="0"/>
      <dgm:spPr/>
    </dgm:pt>
    <dgm:pt modelId="{580202ED-42D8-42F5-8273-C1E96B107A50}" type="pres">
      <dgm:prSet presAssocID="{3C1EBBAD-53A9-4A8E-93C0-DECE5269255C}" presName="circle" presStyleCnt="0"/>
      <dgm:spPr/>
    </dgm:pt>
    <dgm:pt modelId="{603D0919-D049-4259-AC99-99464D126032}" type="pres">
      <dgm:prSet presAssocID="{3C1EBBAD-53A9-4A8E-93C0-DECE5269255C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194803C0-933E-4895-9534-BC1C9E761528}" type="pres">
      <dgm:prSet presAssocID="{3C1EBBAD-53A9-4A8E-93C0-DECE5269255C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40046299-8F03-4A0E-8A8B-2066522F0015}" type="pres">
      <dgm:prSet presAssocID="{3C1EBBAD-53A9-4A8E-93C0-DECE5269255C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BFE2A14C-7BB6-4138-A8C1-AD454715B55E}" type="pres">
      <dgm:prSet presAssocID="{3C1EBBAD-53A9-4A8E-93C0-DECE5269255C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9A72C7BF-4FA1-4A7C-A445-C851EE055F9F}" type="pres">
      <dgm:prSet presAssocID="{3C1EBBAD-53A9-4A8E-93C0-DECE5269255C}" presName="quadrantPlaceholder" presStyleCnt="0"/>
      <dgm:spPr/>
    </dgm:pt>
    <dgm:pt modelId="{E37A0E35-4A36-4726-8B7A-8C05215092EB}" type="pres">
      <dgm:prSet presAssocID="{3C1EBBAD-53A9-4A8E-93C0-DECE5269255C}" presName="center1" presStyleLbl="fgShp" presStyleIdx="0" presStyleCnt="2"/>
      <dgm:spPr/>
    </dgm:pt>
    <dgm:pt modelId="{9AF58179-A691-4926-901A-AB96839A282E}" type="pres">
      <dgm:prSet presAssocID="{3C1EBBAD-53A9-4A8E-93C0-DECE5269255C}" presName="center2" presStyleLbl="fgShp" presStyleIdx="1" presStyleCnt="2"/>
      <dgm:spPr/>
    </dgm:pt>
  </dgm:ptLst>
  <dgm:cxnLst>
    <dgm:cxn modelId="{BF37FD1E-5699-4AC0-9BAD-1031C8F47A4A}" type="presOf" srcId="{9E318E26-3550-41EE-A8F2-C9A65CAB1663}" destId="{C6949908-9763-4DD1-A540-B47FAA627E77}" srcOrd="0" destOrd="0" presId="urn:microsoft.com/office/officeart/2005/8/layout/cycle4"/>
    <dgm:cxn modelId="{A2ECDD3E-93EC-48F3-9250-C2B947BCD29E}" type="presOf" srcId="{9C1F52DA-40D7-4F52-B24D-6AABCC37C47A}" destId="{194803C0-933E-4895-9534-BC1C9E761528}" srcOrd="0" destOrd="0" presId="urn:microsoft.com/office/officeart/2005/8/layout/cycle4"/>
    <dgm:cxn modelId="{A903B820-AC86-459E-BC29-6ACE4EA58B51}" type="presOf" srcId="{5BB87B5A-08F7-4C6F-95BD-F5EDE6087A85}" destId="{BFE2A14C-7BB6-4138-A8C1-AD454715B55E}" srcOrd="0" destOrd="0" presId="urn:microsoft.com/office/officeart/2005/8/layout/cycle4"/>
    <dgm:cxn modelId="{4F0FF18D-5D7F-47A5-90FB-D730B8A1085D}" type="presOf" srcId="{9E318E26-3550-41EE-A8F2-C9A65CAB1663}" destId="{64140F31-0B7D-4C44-820C-1EE7753EFAB2}" srcOrd="1" destOrd="0" presId="urn:microsoft.com/office/officeart/2005/8/layout/cycle4"/>
    <dgm:cxn modelId="{182B9569-C243-4E8F-B371-59E6DC996219}" srcId="{9C1F52DA-40D7-4F52-B24D-6AABCC37C47A}" destId="{2D810A88-B209-47C0-B199-4BF21D47ED2C}" srcOrd="0" destOrd="0" parTransId="{01D06371-0161-45DD-A5C2-26DAC2ABE566}" sibTransId="{DD8D6E17-82FA-4F13-BDDE-8D5173434D85}"/>
    <dgm:cxn modelId="{7F24A00A-3581-4FA9-9488-EA28ABAC7F8A}" srcId="{3C1EBBAD-53A9-4A8E-93C0-DECE5269255C}" destId="{94F5807B-7507-4C66-9EBE-AC2A70D76941}" srcOrd="2" destOrd="0" parTransId="{74028564-50D7-4469-8581-6AD53787E4D0}" sibTransId="{A3F61A7A-3B0B-4EB8-939E-389FBD6114AC}"/>
    <dgm:cxn modelId="{47719F17-0FBD-44B6-BE09-95B784844DEB}" srcId="{3C1EBBAD-53A9-4A8E-93C0-DECE5269255C}" destId="{5BB87B5A-08F7-4C6F-95BD-F5EDE6087A85}" srcOrd="3" destOrd="0" parTransId="{0301403A-1E6A-4905-82DA-CBA3C45637F9}" sibTransId="{AFB520DB-B2A6-4A11-8112-0FF19E83492D}"/>
    <dgm:cxn modelId="{B334A597-3F3C-4C2F-80E8-B26C46E57C80}" srcId="{5BB87B5A-08F7-4C6F-95BD-F5EDE6087A85}" destId="{9E318E26-3550-41EE-A8F2-C9A65CAB1663}" srcOrd="0" destOrd="0" parTransId="{407B3B48-B34B-4129-B112-71700001163B}" sibTransId="{92C1ADC9-CB9E-4997-9715-6BEB9E24DE0D}"/>
    <dgm:cxn modelId="{2F140BFF-0926-4776-ABF2-1730C381DF8F}" type="presOf" srcId="{21F9F0F6-06DE-4536-9BF4-E4483980A3C6}" destId="{68227FCE-874B-4816-A823-C166D986B764}" srcOrd="1" destOrd="0" presId="urn:microsoft.com/office/officeart/2005/8/layout/cycle4"/>
    <dgm:cxn modelId="{18881D72-6B5C-439C-B733-BC4700E9664F}" type="presOf" srcId="{3C1EBBAD-53A9-4A8E-93C0-DECE5269255C}" destId="{B6BAE34D-AD4F-4660-9F59-6F0B86D1C849}" srcOrd="0" destOrd="0" presId="urn:microsoft.com/office/officeart/2005/8/layout/cycle4"/>
    <dgm:cxn modelId="{49F4F3AC-4E3E-401F-A5B9-C7AC562EE013}" type="presOf" srcId="{2D810A88-B209-47C0-B199-4BF21D47ED2C}" destId="{37B25EDA-77E8-4E79-A1EA-35E9415CCC8F}" srcOrd="0" destOrd="0" presId="urn:microsoft.com/office/officeart/2005/8/layout/cycle4"/>
    <dgm:cxn modelId="{B55BC1D4-A4F5-4BF8-8A85-D71D687F0F70}" type="presOf" srcId="{3904A1BE-F92F-45D5-808C-FF7FA11A1F85}" destId="{603D0919-D049-4259-AC99-99464D126032}" srcOrd="0" destOrd="0" presId="urn:microsoft.com/office/officeart/2005/8/layout/cycle4"/>
    <dgm:cxn modelId="{401B8CAF-28D9-44F5-B3DC-181B515A1559}" type="presOf" srcId="{94F5807B-7507-4C66-9EBE-AC2A70D76941}" destId="{40046299-8F03-4A0E-8A8B-2066522F0015}" srcOrd="0" destOrd="0" presId="urn:microsoft.com/office/officeart/2005/8/layout/cycle4"/>
    <dgm:cxn modelId="{8EC2617B-B3FB-43AD-B89D-4B71FEEE9C76}" type="presOf" srcId="{21F9F0F6-06DE-4536-9BF4-E4483980A3C6}" destId="{C711C610-85A8-40B1-A5E3-B88074648C03}" srcOrd="0" destOrd="0" presId="urn:microsoft.com/office/officeart/2005/8/layout/cycle4"/>
    <dgm:cxn modelId="{4EF73682-926B-4C4D-9543-84B63446C4FB}" srcId="{3904A1BE-F92F-45D5-808C-FF7FA11A1F85}" destId="{21F9F0F6-06DE-4536-9BF4-E4483980A3C6}" srcOrd="0" destOrd="0" parTransId="{A9B0CD08-3BE2-4D33-BE6E-474137FC78FD}" sibTransId="{783AB45C-2414-4F36-B8C3-8766E4674F55}"/>
    <dgm:cxn modelId="{CBC8B6A0-7E92-443F-9EBB-9D96D1454BC1}" srcId="{94F5807B-7507-4C66-9EBE-AC2A70D76941}" destId="{DB56EFB8-D7A1-4E09-BD58-B65CB377B3A4}" srcOrd="0" destOrd="0" parTransId="{745D8166-3B1D-4EA2-81E0-425D817FCBC7}" sibTransId="{DCFF7AE1-C108-453C-BCC9-A2A598B5AE7B}"/>
    <dgm:cxn modelId="{DAD0A27F-1192-4DD5-A304-C0A742623CF3}" srcId="{3C1EBBAD-53A9-4A8E-93C0-DECE5269255C}" destId="{3904A1BE-F92F-45D5-808C-FF7FA11A1F85}" srcOrd="0" destOrd="0" parTransId="{2E7EE883-8013-49B8-9D42-9CD2260DA837}" sibTransId="{65312199-1A4F-4B46-9ECD-6FFDD675BF74}"/>
    <dgm:cxn modelId="{81D5C85A-C9BE-4EA7-8B6F-B5200DF02B9A}" srcId="{3C1EBBAD-53A9-4A8E-93C0-DECE5269255C}" destId="{9C1F52DA-40D7-4F52-B24D-6AABCC37C47A}" srcOrd="1" destOrd="0" parTransId="{7BCF6720-C1B4-4C03-B017-0DEDBE71747D}" sibTransId="{88225D50-888E-4E40-9F74-18D6AA3198EB}"/>
    <dgm:cxn modelId="{5980BF03-8666-4C3D-B4BC-EB3E1788D689}" type="presOf" srcId="{DB56EFB8-D7A1-4E09-BD58-B65CB377B3A4}" destId="{FECFB017-97B7-4713-9E0D-05B29279F59B}" srcOrd="0" destOrd="0" presId="urn:microsoft.com/office/officeart/2005/8/layout/cycle4"/>
    <dgm:cxn modelId="{736B596E-1F2C-4EAE-A23F-04308B6D4676}" type="presOf" srcId="{DB56EFB8-D7A1-4E09-BD58-B65CB377B3A4}" destId="{22DA93D0-5500-45D3-9715-F9A1EB324C3F}" srcOrd="1" destOrd="0" presId="urn:microsoft.com/office/officeart/2005/8/layout/cycle4"/>
    <dgm:cxn modelId="{C5411028-202A-4528-9BBB-96B2F0700F30}" type="presOf" srcId="{2D810A88-B209-47C0-B199-4BF21D47ED2C}" destId="{9EF136AD-173A-40A9-B9B5-F46607CAE405}" srcOrd="1" destOrd="0" presId="urn:microsoft.com/office/officeart/2005/8/layout/cycle4"/>
    <dgm:cxn modelId="{562D9C9C-1B9D-4E71-BE48-9351F91DD3CA}" type="presParOf" srcId="{B6BAE34D-AD4F-4660-9F59-6F0B86D1C849}" destId="{9190ECFC-44EE-48C6-B695-C55ED8C4F4E5}" srcOrd="0" destOrd="0" presId="urn:microsoft.com/office/officeart/2005/8/layout/cycle4"/>
    <dgm:cxn modelId="{15588227-4990-4BC2-BE6C-189897F17E5D}" type="presParOf" srcId="{9190ECFC-44EE-48C6-B695-C55ED8C4F4E5}" destId="{577F9543-B436-4300-80FD-28401B949ACA}" srcOrd="0" destOrd="0" presId="urn:microsoft.com/office/officeart/2005/8/layout/cycle4"/>
    <dgm:cxn modelId="{42A67D19-4324-40B5-B170-37678928D2C1}" type="presParOf" srcId="{577F9543-B436-4300-80FD-28401B949ACA}" destId="{C711C610-85A8-40B1-A5E3-B88074648C03}" srcOrd="0" destOrd="0" presId="urn:microsoft.com/office/officeart/2005/8/layout/cycle4"/>
    <dgm:cxn modelId="{DE2F0A38-EC16-4F29-81D0-84A7910A1AC2}" type="presParOf" srcId="{577F9543-B436-4300-80FD-28401B949ACA}" destId="{68227FCE-874B-4816-A823-C166D986B764}" srcOrd="1" destOrd="0" presId="urn:microsoft.com/office/officeart/2005/8/layout/cycle4"/>
    <dgm:cxn modelId="{D20A573F-E333-4C2C-803F-98C0EEDCDFEF}" type="presParOf" srcId="{9190ECFC-44EE-48C6-B695-C55ED8C4F4E5}" destId="{163C7A01-A8FA-482C-9B84-634CB38F0B06}" srcOrd="1" destOrd="0" presId="urn:microsoft.com/office/officeart/2005/8/layout/cycle4"/>
    <dgm:cxn modelId="{B1F0A679-A136-4BB9-B168-C3B18660E726}" type="presParOf" srcId="{163C7A01-A8FA-482C-9B84-634CB38F0B06}" destId="{37B25EDA-77E8-4E79-A1EA-35E9415CCC8F}" srcOrd="0" destOrd="0" presId="urn:microsoft.com/office/officeart/2005/8/layout/cycle4"/>
    <dgm:cxn modelId="{D9454EE2-83CD-4E10-95B3-09105535149B}" type="presParOf" srcId="{163C7A01-A8FA-482C-9B84-634CB38F0B06}" destId="{9EF136AD-173A-40A9-B9B5-F46607CAE405}" srcOrd="1" destOrd="0" presId="urn:microsoft.com/office/officeart/2005/8/layout/cycle4"/>
    <dgm:cxn modelId="{5CE5B5D2-AD08-4A46-9674-CC6FB645483C}" type="presParOf" srcId="{9190ECFC-44EE-48C6-B695-C55ED8C4F4E5}" destId="{3DC27D5F-DD08-4911-A392-C78504942AE0}" srcOrd="2" destOrd="0" presId="urn:microsoft.com/office/officeart/2005/8/layout/cycle4"/>
    <dgm:cxn modelId="{5DDFCBDD-1EA5-4D54-8A67-F4C86DAFF124}" type="presParOf" srcId="{3DC27D5F-DD08-4911-A392-C78504942AE0}" destId="{FECFB017-97B7-4713-9E0D-05B29279F59B}" srcOrd="0" destOrd="0" presId="urn:microsoft.com/office/officeart/2005/8/layout/cycle4"/>
    <dgm:cxn modelId="{B386E758-6D22-4E87-97A7-0BC9AE2E2C0A}" type="presParOf" srcId="{3DC27D5F-DD08-4911-A392-C78504942AE0}" destId="{22DA93D0-5500-45D3-9715-F9A1EB324C3F}" srcOrd="1" destOrd="0" presId="urn:microsoft.com/office/officeart/2005/8/layout/cycle4"/>
    <dgm:cxn modelId="{1ECBA091-447F-4F79-AA41-E60E5C924EEB}" type="presParOf" srcId="{9190ECFC-44EE-48C6-B695-C55ED8C4F4E5}" destId="{3F006C59-C3B9-4CBC-B215-FCA6185205EB}" srcOrd="3" destOrd="0" presId="urn:microsoft.com/office/officeart/2005/8/layout/cycle4"/>
    <dgm:cxn modelId="{FAD325B4-5E34-481F-AAE0-F4E863C006FE}" type="presParOf" srcId="{3F006C59-C3B9-4CBC-B215-FCA6185205EB}" destId="{C6949908-9763-4DD1-A540-B47FAA627E77}" srcOrd="0" destOrd="0" presId="urn:microsoft.com/office/officeart/2005/8/layout/cycle4"/>
    <dgm:cxn modelId="{B19437D5-E5EC-49CC-833F-2E52CF00C30E}" type="presParOf" srcId="{3F006C59-C3B9-4CBC-B215-FCA6185205EB}" destId="{64140F31-0B7D-4C44-820C-1EE7753EFAB2}" srcOrd="1" destOrd="0" presId="urn:microsoft.com/office/officeart/2005/8/layout/cycle4"/>
    <dgm:cxn modelId="{5758B018-8EE7-4A77-91C2-55EFFA73E4CC}" type="presParOf" srcId="{9190ECFC-44EE-48C6-B695-C55ED8C4F4E5}" destId="{CBC55559-BB5C-4611-8F7D-A9E4DD765C88}" srcOrd="4" destOrd="0" presId="urn:microsoft.com/office/officeart/2005/8/layout/cycle4"/>
    <dgm:cxn modelId="{04970F5F-6865-4D8E-98A5-ADE117DA6CA2}" type="presParOf" srcId="{B6BAE34D-AD4F-4660-9F59-6F0B86D1C849}" destId="{580202ED-42D8-42F5-8273-C1E96B107A50}" srcOrd="1" destOrd="0" presId="urn:microsoft.com/office/officeart/2005/8/layout/cycle4"/>
    <dgm:cxn modelId="{475FC683-23CA-4CAE-B5A7-BCE7EFF32BAB}" type="presParOf" srcId="{580202ED-42D8-42F5-8273-C1E96B107A50}" destId="{603D0919-D049-4259-AC99-99464D126032}" srcOrd="0" destOrd="0" presId="urn:microsoft.com/office/officeart/2005/8/layout/cycle4"/>
    <dgm:cxn modelId="{DBE06859-1810-479C-ABCE-B098AC7D90CD}" type="presParOf" srcId="{580202ED-42D8-42F5-8273-C1E96B107A50}" destId="{194803C0-933E-4895-9534-BC1C9E761528}" srcOrd="1" destOrd="0" presId="urn:microsoft.com/office/officeart/2005/8/layout/cycle4"/>
    <dgm:cxn modelId="{638AFB2B-2A73-4153-8B95-DEBD312A4729}" type="presParOf" srcId="{580202ED-42D8-42F5-8273-C1E96B107A50}" destId="{40046299-8F03-4A0E-8A8B-2066522F0015}" srcOrd="2" destOrd="0" presId="urn:microsoft.com/office/officeart/2005/8/layout/cycle4"/>
    <dgm:cxn modelId="{7B635382-3DD6-4D64-B5E5-17C42CB3AE91}" type="presParOf" srcId="{580202ED-42D8-42F5-8273-C1E96B107A50}" destId="{BFE2A14C-7BB6-4138-A8C1-AD454715B55E}" srcOrd="3" destOrd="0" presId="urn:microsoft.com/office/officeart/2005/8/layout/cycle4"/>
    <dgm:cxn modelId="{274A94B1-DDB7-4B08-ADAD-2807AD5D3768}" type="presParOf" srcId="{580202ED-42D8-42F5-8273-C1E96B107A50}" destId="{9A72C7BF-4FA1-4A7C-A445-C851EE055F9F}" srcOrd="4" destOrd="0" presId="urn:microsoft.com/office/officeart/2005/8/layout/cycle4"/>
    <dgm:cxn modelId="{23498A54-35BF-4CF2-9F5B-0563AE8A0F58}" type="presParOf" srcId="{B6BAE34D-AD4F-4660-9F59-6F0B86D1C849}" destId="{E37A0E35-4A36-4726-8B7A-8C05215092EB}" srcOrd="2" destOrd="0" presId="urn:microsoft.com/office/officeart/2005/8/layout/cycle4"/>
    <dgm:cxn modelId="{4D28939E-7204-45A7-8BA1-3F94AF35BC4E}" type="presParOf" srcId="{B6BAE34D-AD4F-4660-9F59-6F0B86D1C849}" destId="{9AF58179-A691-4926-901A-AB96839A282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C5646E-1EBA-43F3-ACEB-C9653E21D0AC}" type="doc">
      <dgm:prSet loTypeId="urn:microsoft.com/office/officeart/2008/layout/BendingPictureCaption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1313F22-CDE3-406F-822F-209D041F52B8}">
      <dgm:prSet phldrT="[Text]"/>
      <dgm:spPr/>
      <dgm:t>
        <a:bodyPr/>
        <a:lstStyle/>
        <a:p>
          <a:r>
            <a:rPr lang="en-IN" b="1" dirty="0" smtClean="0">
              <a:latin typeface="Times New Roman" pitchFamily="18" charset="0"/>
              <a:cs typeface="Times New Roman" pitchFamily="18" charset="0"/>
            </a:rPr>
            <a:t>Top-selling items</a:t>
          </a:r>
          <a:endParaRPr lang="en-IN" dirty="0">
            <a:latin typeface="Times New Roman" pitchFamily="18" charset="0"/>
            <a:cs typeface="Times New Roman" pitchFamily="18" charset="0"/>
          </a:endParaRPr>
        </a:p>
      </dgm:t>
    </dgm:pt>
    <dgm:pt modelId="{451830E3-FABF-49F6-B366-8E168F987506}" type="parTrans" cxnId="{106A619B-1AE3-4C7A-8C55-06E27D521C1B}">
      <dgm:prSet/>
      <dgm:spPr/>
      <dgm:t>
        <a:bodyPr/>
        <a:lstStyle/>
        <a:p>
          <a:endParaRPr lang="en-IN"/>
        </a:p>
      </dgm:t>
    </dgm:pt>
    <dgm:pt modelId="{63DE7E9A-85D9-4AE0-9428-1DB56C8502A2}" type="sibTrans" cxnId="{106A619B-1AE3-4C7A-8C55-06E27D521C1B}">
      <dgm:prSet/>
      <dgm:spPr/>
      <dgm:t>
        <a:bodyPr/>
        <a:lstStyle/>
        <a:p>
          <a:endParaRPr lang="en-IN"/>
        </a:p>
      </dgm:t>
    </dgm:pt>
    <dgm:pt modelId="{E0C1F9C8-6BC6-47DD-98E3-41E3EB86E8F0}">
      <dgm:prSet phldrT="[Text]"/>
      <dgm:spPr/>
      <dgm:t>
        <a:bodyPr/>
        <a:lstStyle/>
        <a:p>
          <a:r>
            <a:rPr lang="en-IN" b="1" dirty="0" smtClean="0">
              <a:latin typeface="Times New Roman" pitchFamily="18" charset="0"/>
              <a:cs typeface="Times New Roman" pitchFamily="18" charset="0"/>
            </a:rPr>
            <a:t>Average Price Category</a:t>
          </a:r>
          <a:endParaRPr lang="en-IN" dirty="0">
            <a:latin typeface="Times New Roman" pitchFamily="18" charset="0"/>
            <a:cs typeface="Times New Roman" pitchFamily="18" charset="0"/>
          </a:endParaRPr>
        </a:p>
      </dgm:t>
    </dgm:pt>
    <dgm:pt modelId="{EA77B8AF-8B41-42DE-AC9E-EA5FE8E1AE19}" type="parTrans" cxnId="{44F16297-3063-47EA-9B60-9452BCF72F04}">
      <dgm:prSet/>
      <dgm:spPr/>
      <dgm:t>
        <a:bodyPr/>
        <a:lstStyle/>
        <a:p>
          <a:endParaRPr lang="en-IN"/>
        </a:p>
      </dgm:t>
    </dgm:pt>
    <dgm:pt modelId="{61D6CEE7-F2C6-4479-81B7-B72E773B2469}" type="sibTrans" cxnId="{44F16297-3063-47EA-9B60-9452BCF72F04}">
      <dgm:prSet/>
      <dgm:spPr/>
      <dgm:t>
        <a:bodyPr/>
        <a:lstStyle/>
        <a:p>
          <a:endParaRPr lang="en-IN"/>
        </a:p>
      </dgm:t>
    </dgm:pt>
    <dgm:pt modelId="{B52CDC63-4D81-4873-BC73-02503F9C8709}">
      <dgm:prSet phldrT="[Text]"/>
      <dgm:spPr/>
      <dgm:t>
        <a:bodyPr/>
        <a:lstStyle/>
        <a:p>
          <a:r>
            <a:rPr lang="en-IN" b="1" dirty="0" smtClean="0">
              <a:latin typeface="Times New Roman" pitchFamily="18" charset="0"/>
              <a:cs typeface="Times New Roman" pitchFamily="18" charset="0"/>
            </a:rPr>
            <a:t>Demand Consistency</a:t>
          </a:r>
          <a:endParaRPr lang="en-IN" dirty="0">
            <a:latin typeface="Times New Roman" pitchFamily="18" charset="0"/>
            <a:cs typeface="Times New Roman" pitchFamily="18" charset="0"/>
          </a:endParaRPr>
        </a:p>
      </dgm:t>
    </dgm:pt>
    <dgm:pt modelId="{DB1B15B7-2FCB-4418-AEDA-5422794E49BC}" type="parTrans" cxnId="{5F0D2A3E-8B9E-475C-8D93-A64D1D460BDE}">
      <dgm:prSet/>
      <dgm:spPr/>
      <dgm:t>
        <a:bodyPr/>
        <a:lstStyle/>
        <a:p>
          <a:endParaRPr lang="en-IN"/>
        </a:p>
      </dgm:t>
    </dgm:pt>
    <dgm:pt modelId="{E85C6CC1-B9D7-453E-995F-B93BB239F909}" type="sibTrans" cxnId="{5F0D2A3E-8B9E-475C-8D93-A64D1D460BDE}">
      <dgm:prSet/>
      <dgm:spPr/>
      <dgm:t>
        <a:bodyPr/>
        <a:lstStyle/>
        <a:p>
          <a:endParaRPr lang="en-IN"/>
        </a:p>
      </dgm:t>
    </dgm:pt>
    <dgm:pt modelId="{B5F2A5A1-9B1E-49D7-9162-8651B4C1A26D}" type="pres">
      <dgm:prSet presAssocID="{D9C5646E-1EBA-43F3-ACEB-C9653E21D0AC}" presName="Name0" presStyleCnt="0">
        <dgm:presLayoutVars>
          <dgm:dir/>
          <dgm:resizeHandles val="exact"/>
        </dgm:presLayoutVars>
      </dgm:prSet>
      <dgm:spPr/>
    </dgm:pt>
    <dgm:pt modelId="{E26E18EA-359C-4BF3-AA3C-77D6A157D504}" type="pres">
      <dgm:prSet presAssocID="{41313F22-CDE3-406F-822F-209D041F52B8}" presName="composite" presStyleCnt="0"/>
      <dgm:spPr/>
    </dgm:pt>
    <dgm:pt modelId="{29BDFB17-E0E4-4352-AF02-32B7E089155B}" type="pres">
      <dgm:prSet presAssocID="{41313F22-CDE3-406F-822F-209D041F52B8}" presName="rect1" presStyleLbl="bgImgPlace1" presStyleIdx="0" presStyleCnt="3"/>
      <dgm:spPr>
        <a:noFill/>
      </dgm:spPr>
    </dgm:pt>
    <dgm:pt modelId="{C8C7797C-DA4E-4456-A223-CF3FC5BE73BB}" type="pres">
      <dgm:prSet presAssocID="{41313F22-CDE3-406F-822F-209D041F52B8}" presName="wedgeRectCallout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A3BF223-5155-4880-B1F5-92CD202EBEC0}" type="pres">
      <dgm:prSet presAssocID="{63DE7E9A-85D9-4AE0-9428-1DB56C8502A2}" presName="sibTrans" presStyleCnt="0"/>
      <dgm:spPr/>
    </dgm:pt>
    <dgm:pt modelId="{C80B8FA8-F45C-45DE-A27A-111E82640145}" type="pres">
      <dgm:prSet presAssocID="{E0C1F9C8-6BC6-47DD-98E3-41E3EB86E8F0}" presName="composite" presStyleCnt="0"/>
      <dgm:spPr/>
    </dgm:pt>
    <dgm:pt modelId="{422BBE42-2A88-42C6-A1EE-004895E83D5C}" type="pres">
      <dgm:prSet presAssocID="{E0C1F9C8-6BC6-47DD-98E3-41E3EB86E8F0}" presName="rect1" presStyleLbl="bgImgPlace1" presStyleIdx="1" presStyleCnt="3"/>
      <dgm:spPr>
        <a:noFill/>
      </dgm:spPr>
    </dgm:pt>
    <dgm:pt modelId="{CE00C23B-89B2-4A52-B930-92DB0977DD4A}" type="pres">
      <dgm:prSet presAssocID="{E0C1F9C8-6BC6-47DD-98E3-41E3EB86E8F0}" presName="wedgeRectCallout1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67D68E7-5B0C-4A65-87BF-4C276E09B297}" type="pres">
      <dgm:prSet presAssocID="{61D6CEE7-F2C6-4479-81B7-B72E773B2469}" presName="sibTrans" presStyleCnt="0"/>
      <dgm:spPr/>
    </dgm:pt>
    <dgm:pt modelId="{AB228AAF-6A3E-4F72-B325-AE6AE657C02A}" type="pres">
      <dgm:prSet presAssocID="{B52CDC63-4D81-4873-BC73-02503F9C8709}" presName="composite" presStyleCnt="0"/>
      <dgm:spPr/>
    </dgm:pt>
    <dgm:pt modelId="{3B78DECA-FCAD-46A5-B4A8-27AF753903A2}" type="pres">
      <dgm:prSet presAssocID="{B52CDC63-4D81-4873-BC73-02503F9C8709}" presName="rect1" presStyleLbl="bgImgPlace1" presStyleIdx="2" presStyleCnt="3"/>
      <dgm:spPr>
        <a:noFill/>
      </dgm:spPr>
    </dgm:pt>
    <dgm:pt modelId="{ED9062F6-9F8C-4E7F-ADC2-C0B16B33DB48}" type="pres">
      <dgm:prSet presAssocID="{B52CDC63-4D81-4873-BC73-02503F9C8709}" presName="wedgeRectCallout1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06A619B-1AE3-4C7A-8C55-06E27D521C1B}" srcId="{D9C5646E-1EBA-43F3-ACEB-C9653E21D0AC}" destId="{41313F22-CDE3-406F-822F-209D041F52B8}" srcOrd="0" destOrd="0" parTransId="{451830E3-FABF-49F6-B366-8E168F987506}" sibTransId="{63DE7E9A-85D9-4AE0-9428-1DB56C8502A2}"/>
    <dgm:cxn modelId="{846E6B14-F8EC-4FEC-AE64-5AF34B800B39}" type="presOf" srcId="{E0C1F9C8-6BC6-47DD-98E3-41E3EB86E8F0}" destId="{CE00C23B-89B2-4A52-B930-92DB0977DD4A}" srcOrd="0" destOrd="0" presId="urn:microsoft.com/office/officeart/2008/layout/BendingPictureCaptionList"/>
    <dgm:cxn modelId="{B49857AF-8170-4F76-84C3-3D40DCBCE52B}" type="presOf" srcId="{41313F22-CDE3-406F-822F-209D041F52B8}" destId="{C8C7797C-DA4E-4456-A223-CF3FC5BE73BB}" srcOrd="0" destOrd="0" presId="urn:microsoft.com/office/officeart/2008/layout/BendingPictureCaptionList"/>
    <dgm:cxn modelId="{79B7501B-EE1F-4D88-8A4E-38EFB501CF82}" type="presOf" srcId="{B52CDC63-4D81-4873-BC73-02503F9C8709}" destId="{ED9062F6-9F8C-4E7F-ADC2-C0B16B33DB48}" srcOrd="0" destOrd="0" presId="urn:microsoft.com/office/officeart/2008/layout/BendingPictureCaptionList"/>
    <dgm:cxn modelId="{48C4A045-E521-4A67-BDE5-0B1CB25CAB7D}" type="presOf" srcId="{D9C5646E-1EBA-43F3-ACEB-C9653E21D0AC}" destId="{B5F2A5A1-9B1E-49D7-9162-8651B4C1A26D}" srcOrd="0" destOrd="0" presId="urn:microsoft.com/office/officeart/2008/layout/BendingPictureCaptionList"/>
    <dgm:cxn modelId="{5F0D2A3E-8B9E-475C-8D93-A64D1D460BDE}" srcId="{D9C5646E-1EBA-43F3-ACEB-C9653E21D0AC}" destId="{B52CDC63-4D81-4873-BC73-02503F9C8709}" srcOrd="2" destOrd="0" parTransId="{DB1B15B7-2FCB-4418-AEDA-5422794E49BC}" sibTransId="{E85C6CC1-B9D7-453E-995F-B93BB239F909}"/>
    <dgm:cxn modelId="{44F16297-3063-47EA-9B60-9452BCF72F04}" srcId="{D9C5646E-1EBA-43F3-ACEB-C9653E21D0AC}" destId="{E0C1F9C8-6BC6-47DD-98E3-41E3EB86E8F0}" srcOrd="1" destOrd="0" parTransId="{EA77B8AF-8B41-42DE-AC9E-EA5FE8E1AE19}" sibTransId="{61D6CEE7-F2C6-4479-81B7-B72E773B2469}"/>
    <dgm:cxn modelId="{C57BA612-053D-43B5-A523-772656EB369D}" type="presParOf" srcId="{B5F2A5A1-9B1E-49D7-9162-8651B4C1A26D}" destId="{E26E18EA-359C-4BF3-AA3C-77D6A157D504}" srcOrd="0" destOrd="0" presId="urn:microsoft.com/office/officeart/2008/layout/BendingPictureCaptionList"/>
    <dgm:cxn modelId="{DA4D656F-91E3-4A42-A5B4-F12EA0BA01E1}" type="presParOf" srcId="{E26E18EA-359C-4BF3-AA3C-77D6A157D504}" destId="{29BDFB17-E0E4-4352-AF02-32B7E089155B}" srcOrd="0" destOrd="0" presId="urn:microsoft.com/office/officeart/2008/layout/BendingPictureCaptionList"/>
    <dgm:cxn modelId="{2CB58025-0C6F-4D35-9438-10BB13D1CB2F}" type="presParOf" srcId="{E26E18EA-359C-4BF3-AA3C-77D6A157D504}" destId="{C8C7797C-DA4E-4456-A223-CF3FC5BE73BB}" srcOrd="1" destOrd="0" presId="urn:microsoft.com/office/officeart/2008/layout/BendingPictureCaptionList"/>
    <dgm:cxn modelId="{DF388FA7-BE8B-49C0-B684-417553D14B70}" type="presParOf" srcId="{B5F2A5A1-9B1E-49D7-9162-8651B4C1A26D}" destId="{0A3BF223-5155-4880-B1F5-92CD202EBEC0}" srcOrd="1" destOrd="0" presId="urn:microsoft.com/office/officeart/2008/layout/BendingPictureCaptionList"/>
    <dgm:cxn modelId="{CB5278A9-E122-4316-B077-4C4EA0881BEB}" type="presParOf" srcId="{B5F2A5A1-9B1E-49D7-9162-8651B4C1A26D}" destId="{C80B8FA8-F45C-45DE-A27A-111E82640145}" srcOrd="2" destOrd="0" presId="urn:microsoft.com/office/officeart/2008/layout/BendingPictureCaptionList"/>
    <dgm:cxn modelId="{6722A257-0200-449E-A338-041CCEC81EE7}" type="presParOf" srcId="{C80B8FA8-F45C-45DE-A27A-111E82640145}" destId="{422BBE42-2A88-42C6-A1EE-004895E83D5C}" srcOrd="0" destOrd="0" presId="urn:microsoft.com/office/officeart/2008/layout/BendingPictureCaptionList"/>
    <dgm:cxn modelId="{8F6D1B75-6304-4314-A58A-152C4865136B}" type="presParOf" srcId="{C80B8FA8-F45C-45DE-A27A-111E82640145}" destId="{CE00C23B-89B2-4A52-B930-92DB0977DD4A}" srcOrd="1" destOrd="0" presId="urn:microsoft.com/office/officeart/2008/layout/BendingPictureCaptionList"/>
    <dgm:cxn modelId="{0097AEF7-90A6-430B-85EC-982CFA1EB67E}" type="presParOf" srcId="{B5F2A5A1-9B1E-49D7-9162-8651B4C1A26D}" destId="{067D68E7-5B0C-4A65-87BF-4C276E09B297}" srcOrd="3" destOrd="0" presId="urn:microsoft.com/office/officeart/2008/layout/BendingPictureCaptionList"/>
    <dgm:cxn modelId="{BE65EFA4-37D1-4BB4-A3EA-C4D03CA3491B}" type="presParOf" srcId="{B5F2A5A1-9B1E-49D7-9162-8651B4C1A26D}" destId="{AB228AAF-6A3E-4F72-B325-AE6AE657C02A}" srcOrd="4" destOrd="0" presId="urn:microsoft.com/office/officeart/2008/layout/BendingPictureCaptionList"/>
    <dgm:cxn modelId="{225FAE8A-0FE9-486D-97F6-C99DC2F44597}" type="presParOf" srcId="{AB228AAF-6A3E-4F72-B325-AE6AE657C02A}" destId="{3B78DECA-FCAD-46A5-B4A8-27AF753903A2}" srcOrd="0" destOrd="0" presId="urn:microsoft.com/office/officeart/2008/layout/BendingPictureCaptionList"/>
    <dgm:cxn modelId="{E1582E3E-684B-4889-BC1A-CA344FDF31D1}" type="presParOf" srcId="{AB228AAF-6A3E-4F72-B325-AE6AE657C02A}" destId="{ED9062F6-9F8C-4E7F-ADC2-C0B16B33DB48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C33F1E-83FE-4454-A4A5-368A740150D6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DAF04F-9EB1-4427-AF17-5ECFE2F1315F}">
      <dgm:prSet phldrT="[Text]"/>
      <dgm:spPr/>
      <dgm:t>
        <a:bodyPr/>
        <a:lstStyle/>
        <a:p>
          <a:r>
            <a:rPr lang="en-IN" b="1" dirty="0" smtClean="0">
              <a:latin typeface="Times New Roman" pitchFamily="18" charset="0"/>
              <a:cs typeface="Times New Roman" pitchFamily="18" charset="0"/>
            </a:rPr>
            <a:t>Peak Season</a:t>
          </a:r>
        </a:p>
      </dgm:t>
    </dgm:pt>
    <dgm:pt modelId="{5F2F1635-15FF-4908-B936-99D000B8FFFE}" type="parTrans" cxnId="{5A6A39DA-6E07-47F5-BF2C-DBD0B05B1905}">
      <dgm:prSet/>
      <dgm:spPr/>
      <dgm:t>
        <a:bodyPr/>
        <a:lstStyle/>
        <a:p>
          <a:endParaRPr lang="en-IN"/>
        </a:p>
      </dgm:t>
    </dgm:pt>
    <dgm:pt modelId="{2F99AE97-DC72-47B1-B1EA-18D2BAE9F259}" type="sibTrans" cxnId="{5A6A39DA-6E07-47F5-BF2C-DBD0B05B1905}">
      <dgm:prSet/>
      <dgm:spPr/>
      <dgm:t>
        <a:bodyPr/>
        <a:lstStyle/>
        <a:p>
          <a:endParaRPr lang="en-IN"/>
        </a:p>
      </dgm:t>
    </dgm:pt>
    <dgm:pt modelId="{FEF025F4-342D-4627-97C1-6750B6463D8C}">
      <dgm:prSet phldrT="[Text]"/>
      <dgm:spPr/>
      <dgm:t>
        <a:bodyPr/>
        <a:lstStyle/>
        <a:p>
          <a:r>
            <a:rPr lang="en-IN" dirty="0" smtClean="0">
              <a:latin typeface="Times New Roman" pitchFamily="18" charset="0"/>
              <a:cs typeface="Times New Roman" pitchFamily="18" charset="0"/>
            </a:rPr>
            <a:t>Summer (1.2M revenue)</a:t>
          </a:r>
          <a:endParaRPr lang="en-IN" dirty="0">
            <a:latin typeface="Times New Roman" pitchFamily="18" charset="0"/>
            <a:cs typeface="Times New Roman" pitchFamily="18" charset="0"/>
          </a:endParaRPr>
        </a:p>
      </dgm:t>
    </dgm:pt>
    <dgm:pt modelId="{403CB5B4-40A8-4964-8976-5DE675107BC9}" type="parTrans" cxnId="{0E441A63-97F5-454C-A4E0-4CC322C32886}">
      <dgm:prSet/>
      <dgm:spPr/>
      <dgm:t>
        <a:bodyPr/>
        <a:lstStyle/>
        <a:p>
          <a:endParaRPr lang="en-IN"/>
        </a:p>
      </dgm:t>
    </dgm:pt>
    <dgm:pt modelId="{3576AAE7-2D1F-46CD-B37F-967DDBD2F0C2}" type="sibTrans" cxnId="{0E441A63-97F5-454C-A4E0-4CC322C32886}">
      <dgm:prSet/>
      <dgm:spPr/>
      <dgm:t>
        <a:bodyPr/>
        <a:lstStyle/>
        <a:p>
          <a:endParaRPr lang="en-IN"/>
        </a:p>
      </dgm:t>
    </dgm:pt>
    <dgm:pt modelId="{ECB27509-A183-40FF-810F-57F2348DC003}">
      <dgm:prSet phldrT="[Text]"/>
      <dgm:spPr/>
      <dgm:t>
        <a:bodyPr/>
        <a:lstStyle/>
        <a:p>
          <a:r>
            <a:rPr lang="en-IN" b="1" dirty="0" smtClean="0">
              <a:latin typeface="Times New Roman" pitchFamily="18" charset="0"/>
              <a:cs typeface="Times New Roman" pitchFamily="18" charset="0"/>
            </a:rPr>
            <a:t>Lowest Season</a:t>
          </a:r>
          <a:endParaRPr lang="en-IN" dirty="0">
            <a:latin typeface="Times New Roman" pitchFamily="18" charset="0"/>
            <a:cs typeface="Times New Roman" pitchFamily="18" charset="0"/>
          </a:endParaRPr>
        </a:p>
      </dgm:t>
    </dgm:pt>
    <dgm:pt modelId="{3398B319-92B5-4EFD-A273-8A4C68C20E9B}" type="parTrans" cxnId="{0803E39E-41F0-4094-AF28-562B4572B60D}">
      <dgm:prSet/>
      <dgm:spPr/>
      <dgm:t>
        <a:bodyPr/>
        <a:lstStyle/>
        <a:p>
          <a:endParaRPr lang="en-IN"/>
        </a:p>
      </dgm:t>
    </dgm:pt>
    <dgm:pt modelId="{2CE6AFBA-3A26-47D0-9A79-C62EF96C8C7F}" type="sibTrans" cxnId="{0803E39E-41F0-4094-AF28-562B4572B60D}">
      <dgm:prSet/>
      <dgm:spPr/>
      <dgm:t>
        <a:bodyPr/>
        <a:lstStyle/>
        <a:p>
          <a:endParaRPr lang="en-IN"/>
        </a:p>
      </dgm:t>
    </dgm:pt>
    <dgm:pt modelId="{DB942760-082C-4418-9121-C6121EB8B35C}">
      <dgm:prSet phldrT="[Text]"/>
      <dgm:spPr/>
      <dgm:t>
        <a:bodyPr/>
        <a:lstStyle/>
        <a:p>
          <a:r>
            <a:rPr lang="en-IN" dirty="0" smtClean="0">
              <a:latin typeface="Times New Roman" pitchFamily="18" charset="0"/>
              <a:cs typeface="Times New Roman" pitchFamily="18" charset="0"/>
            </a:rPr>
            <a:t>Autumn (0.7M revenue)</a:t>
          </a:r>
          <a:endParaRPr lang="en-IN" dirty="0">
            <a:latin typeface="Times New Roman" pitchFamily="18" charset="0"/>
            <a:cs typeface="Times New Roman" pitchFamily="18" charset="0"/>
          </a:endParaRPr>
        </a:p>
      </dgm:t>
    </dgm:pt>
    <dgm:pt modelId="{2255F492-45AA-4073-AB2F-393D425E4512}" type="parTrans" cxnId="{DBA67DBA-B9ED-4A43-972D-32DD51AB5B85}">
      <dgm:prSet/>
      <dgm:spPr/>
      <dgm:t>
        <a:bodyPr/>
        <a:lstStyle/>
        <a:p>
          <a:endParaRPr lang="en-IN"/>
        </a:p>
      </dgm:t>
    </dgm:pt>
    <dgm:pt modelId="{DDF4B718-1F35-480F-B403-A43FC3DE52E5}" type="sibTrans" cxnId="{DBA67DBA-B9ED-4A43-972D-32DD51AB5B85}">
      <dgm:prSet/>
      <dgm:spPr/>
      <dgm:t>
        <a:bodyPr/>
        <a:lstStyle/>
        <a:p>
          <a:endParaRPr lang="en-IN"/>
        </a:p>
      </dgm:t>
    </dgm:pt>
    <dgm:pt modelId="{D98B166E-62F1-427A-8150-96425CE8441B}">
      <dgm:prSet phldrT="[Text]"/>
      <dgm:spPr/>
      <dgm:t>
        <a:bodyPr/>
        <a:lstStyle/>
        <a:p>
          <a:r>
            <a:rPr lang="en-IN" b="1" dirty="0" err="1" smtClean="0">
              <a:latin typeface="Times New Roman" pitchFamily="18" charset="0"/>
              <a:cs typeface="Times New Roman" pitchFamily="18" charset="0"/>
            </a:rPr>
            <a:t>Peak&amp;Off-Peak</a:t>
          </a:r>
          <a:r>
            <a:rPr lang="en-IN" b="1" dirty="0" smtClean="0">
              <a:latin typeface="Times New Roman" pitchFamily="18" charset="0"/>
              <a:cs typeface="Times New Roman" pitchFamily="18" charset="0"/>
            </a:rPr>
            <a:t> Month</a:t>
          </a:r>
          <a:endParaRPr lang="en-IN" dirty="0">
            <a:latin typeface="Times New Roman" pitchFamily="18" charset="0"/>
            <a:cs typeface="Times New Roman" pitchFamily="18" charset="0"/>
          </a:endParaRPr>
        </a:p>
      </dgm:t>
    </dgm:pt>
    <dgm:pt modelId="{FFA87149-FA93-4D93-BFB9-17DBC47B2308}" type="parTrans" cxnId="{A39D2E14-7051-4FC6-966F-F45F13ED7939}">
      <dgm:prSet/>
      <dgm:spPr/>
      <dgm:t>
        <a:bodyPr/>
        <a:lstStyle/>
        <a:p>
          <a:endParaRPr lang="en-IN"/>
        </a:p>
      </dgm:t>
    </dgm:pt>
    <dgm:pt modelId="{141F2E20-FAE6-4B5A-B821-85B8605FC3B1}" type="sibTrans" cxnId="{A39D2E14-7051-4FC6-966F-F45F13ED7939}">
      <dgm:prSet/>
      <dgm:spPr/>
      <dgm:t>
        <a:bodyPr/>
        <a:lstStyle/>
        <a:p>
          <a:endParaRPr lang="en-IN"/>
        </a:p>
      </dgm:t>
    </dgm:pt>
    <dgm:pt modelId="{E9A4DD74-7CE8-42EB-9874-C1B37F031D34}">
      <dgm:prSet phldrT="[Text]"/>
      <dgm:spPr/>
      <dgm:t>
        <a:bodyPr/>
        <a:lstStyle/>
        <a:p>
          <a:r>
            <a:rPr lang="en-IN" dirty="0" smtClean="0">
              <a:latin typeface="Times New Roman" pitchFamily="18" charset="0"/>
              <a:cs typeface="Times New Roman" pitchFamily="18" charset="0"/>
            </a:rPr>
            <a:t>July</a:t>
          </a:r>
          <a:endParaRPr lang="en-IN" dirty="0">
            <a:latin typeface="Times New Roman" pitchFamily="18" charset="0"/>
            <a:cs typeface="Times New Roman" pitchFamily="18" charset="0"/>
          </a:endParaRPr>
        </a:p>
      </dgm:t>
    </dgm:pt>
    <dgm:pt modelId="{87F5D6BD-DC46-4FAF-AC1D-D3120EB02C20}" type="parTrans" cxnId="{39F4F08A-E963-4694-96F7-F11EE9024281}">
      <dgm:prSet/>
      <dgm:spPr/>
      <dgm:t>
        <a:bodyPr/>
        <a:lstStyle/>
        <a:p>
          <a:endParaRPr lang="en-IN"/>
        </a:p>
      </dgm:t>
    </dgm:pt>
    <dgm:pt modelId="{6B326BDA-E852-4C33-B594-B1F5CA17F0FA}" type="sibTrans" cxnId="{39F4F08A-E963-4694-96F7-F11EE9024281}">
      <dgm:prSet/>
      <dgm:spPr/>
      <dgm:t>
        <a:bodyPr/>
        <a:lstStyle/>
        <a:p>
          <a:endParaRPr lang="en-IN"/>
        </a:p>
      </dgm:t>
    </dgm:pt>
    <dgm:pt modelId="{67017916-03C1-449B-A47D-AAC8ACFEA305}">
      <dgm:prSet phldrT="[Text]"/>
      <dgm:spPr/>
      <dgm:t>
        <a:bodyPr/>
        <a:lstStyle/>
        <a:p>
          <a:r>
            <a:rPr lang="en-IN" dirty="0" smtClean="0">
              <a:latin typeface="Times New Roman" pitchFamily="18" charset="0"/>
              <a:cs typeface="Times New Roman" pitchFamily="18" charset="0"/>
            </a:rPr>
            <a:t>November</a:t>
          </a:r>
          <a:endParaRPr lang="en-IN" dirty="0">
            <a:latin typeface="Times New Roman" pitchFamily="18" charset="0"/>
            <a:cs typeface="Times New Roman" pitchFamily="18" charset="0"/>
          </a:endParaRPr>
        </a:p>
      </dgm:t>
    </dgm:pt>
    <dgm:pt modelId="{25F8C6A8-2B5D-405E-9602-B80B007E0280}" type="parTrans" cxnId="{532D2CF1-CBF5-41EF-BC03-1EE477BC194A}">
      <dgm:prSet/>
      <dgm:spPr/>
      <dgm:t>
        <a:bodyPr/>
        <a:lstStyle/>
        <a:p>
          <a:endParaRPr lang="en-IN"/>
        </a:p>
      </dgm:t>
    </dgm:pt>
    <dgm:pt modelId="{02B214A5-F3CA-4DAF-A1A9-5B57C370FC4D}" type="sibTrans" cxnId="{532D2CF1-CBF5-41EF-BC03-1EE477BC194A}">
      <dgm:prSet/>
      <dgm:spPr/>
      <dgm:t>
        <a:bodyPr/>
        <a:lstStyle/>
        <a:p>
          <a:endParaRPr lang="en-IN"/>
        </a:p>
      </dgm:t>
    </dgm:pt>
    <dgm:pt modelId="{2E1DEB41-F2CD-4A1A-A034-8FF008F81DB0}" type="pres">
      <dgm:prSet presAssocID="{73C33F1E-83FE-4454-A4A5-368A740150D6}" presName="linearFlow" presStyleCnt="0">
        <dgm:presLayoutVars>
          <dgm:dir/>
          <dgm:animLvl val="lvl"/>
          <dgm:resizeHandles val="exact"/>
        </dgm:presLayoutVars>
      </dgm:prSet>
      <dgm:spPr/>
    </dgm:pt>
    <dgm:pt modelId="{E1FAAB2D-8940-4DC0-8C44-9FF5ACB33C7D}" type="pres">
      <dgm:prSet presAssocID="{B4DAF04F-9EB1-4427-AF17-5ECFE2F1315F}" presName="composite" presStyleCnt="0"/>
      <dgm:spPr/>
    </dgm:pt>
    <dgm:pt modelId="{AAF3F221-AA55-4564-BEB1-FAAD7A54F984}" type="pres">
      <dgm:prSet presAssocID="{B4DAF04F-9EB1-4427-AF17-5ECFE2F1315F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42A6D8E-0B94-4BEE-A9C6-D1D44E649101}" type="pres">
      <dgm:prSet presAssocID="{B4DAF04F-9EB1-4427-AF17-5ECFE2F1315F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A8EC698-EDCF-4290-864F-77243D6B8CE4}" type="pres">
      <dgm:prSet presAssocID="{2F99AE97-DC72-47B1-B1EA-18D2BAE9F259}" presName="sp" presStyleCnt="0"/>
      <dgm:spPr/>
    </dgm:pt>
    <dgm:pt modelId="{85A8B922-BC29-4263-BD83-5414C685018A}" type="pres">
      <dgm:prSet presAssocID="{ECB27509-A183-40FF-810F-57F2348DC003}" presName="composite" presStyleCnt="0"/>
      <dgm:spPr/>
    </dgm:pt>
    <dgm:pt modelId="{9858BB37-F07F-4011-B984-1E38E4894D47}" type="pres">
      <dgm:prSet presAssocID="{ECB27509-A183-40FF-810F-57F2348DC003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30DBF06-54D9-46FA-90F2-1071711EEDC3}" type="pres">
      <dgm:prSet presAssocID="{ECB27509-A183-40FF-810F-57F2348DC003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35E12CC-29C1-4033-9AE2-A815F1E9FB2A}" type="pres">
      <dgm:prSet presAssocID="{2CE6AFBA-3A26-47D0-9A79-C62EF96C8C7F}" presName="sp" presStyleCnt="0"/>
      <dgm:spPr/>
    </dgm:pt>
    <dgm:pt modelId="{7708B9B6-8AA9-4FD1-BD0A-44F8C51FDFF7}" type="pres">
      <dgm:prSet presAssocID="{D98B166E-62F1-427A-8150-96425CE8441B}" presName="composite" presStyleCnt="0"/>
      <dgm:spPr/>
    </dgm:pt>
    <dgm:pt modelId="{934EE172-D909-44FC-A157-D8996FEEB940}" type="pres">
      <dgm:prSet presAssocID="{D98B166E-62F1-427A-8150-96425CE8441B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84B45E3-3105-4828-81A5-E96589CB77DF}" type="pres">
      <dgm:prSet presAssocID="{D98B166E-62F1-427A-8150-96425CE8441B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9F4F08A-E963-4694-96F7-F11EE9024281}" srcId="{D98B166E-62F1-427A-8150-96425CE8441B}" destId="{E9A4DD74-7CE8-42EB-9874-C1B37F031D34}" srcOrd="0" destOrd="0" parTransId="{87F5D6BD-DC46-4FAF-AC1D-D3120EB02C20}" sibTransId="{6B326BDA-E852-4C33-B594-B1F5CA17F0FA}"/>
    <dgm:cxn modelId="{DBA67DBA-B9ED-4A43-972D-32DD51AB5B85}" srcId="{ECB27509-A183-40FF-810F-57F2348DC003}" destId="{DB942760-082C-4418-9121-C6121EB8B35C}" srcOrd="0" destOrd="0" parTransId="{2255F492-45AA-4073-AB2F-393D425E4512}" sibTransId="{DDF4B718-1F35-480F-B403-A43FC3DE52E5}"/>
    <dgm:cxn modelId="{52756FF8-64C6-4ACF-B5BB-4809703A07A5}" type="presOf" srcId="{D98B166E-62F1-427A-8150-96425CE8441B}" destId="{934EE172-D909-44FC-A157-D8996FEEB940}" srcOrd="0" destOrd="0" presId="urn:microsoft.com/office/officeart/2005/8/layout/chevron2"/>
    <dgm:cxn modelId="{532D2CF1-CBF5-41EF-BC03-1EE477BC194A}" srcId="{D98B166E-62F1-427A-8150-96425CE8441B}" destId="{67017916-03C1-449B-A47D-AAC8ACFEA305}" srcOrd="1" destOrd="0" parTransId="{25F8C6A8-2B5D-405E-9602-B80B007E0280}" sibTransId="{02B214A5-F3CA-4DAF-A1A9-5B57C370FC4D}"/>
    <dgm:cxn modelId="{3557BDA8-F42D-420F-8DB5-97D9D8047B5C}" type="presOf" srcId="{B4DAF04F-9EB1-4427-AF17-5ECFE2F1315F}" destId="{AAF3F221-AA55-4564-BEB1-FAAD7A54F984}" srcOrd="0" destOrd="0" presId="urn:microsoft.com/office/officeart/2005/8/layout/chevron2"/>
    <dgm:cxn modelId="{BD721CBA-C214-4F8C-96FC-D50CE18692C2}" type="presOf" srcId="{E9A4DD74-7CE8-42EB-9874-C1B37F031D34}" destId="{D84B45E3-3105-4828-81A5-E96589CB77DF}" srcOrd="0" destOrd="0" presId="urn:microsoft.com/office/officeart/2005/8/layout/chevron2"/>
    <dgm:cxn modelId="{5A6A39DA-6E07-47F5-BF2C-DBD0B05B1905}" srcId="{73C33F1E-83FE-4454-A4A5-368A740150D6}" destId="{B4DAF04F-9EB1-4427-AF17-5ECFE2F1315F}" srcOrd="0" destOrd="0" parTransId="{5F2F1635-15FF-4908-B936-99D000B8FFFE}" sibTransId="{2F99AE97-DC72-47B1-B1EA-18D2BAE9F259}"/>
    <dgm:cxn modelId="{A39D2E14-7051-4FC6-966F-F45F13ED7939}" srcId="{73C33F1E-83FE-4454-A4A5-368A740150D6}" destId="{D98B166E-62F1-427A-8150-96425CE8441B}" srcOrd="2" destOrd="0" parTransId="{FFA87149-FA93-4D93-BFB9-17DBC47B2308}" sibTransId="{141F2E20-FAE6-4B5A-B821-85B8605FC3B1}"/>
    <dgm:cxn modelId="{27130612-C542-447D-9B5D-7B33D7915F88}" type="presOf" srcId="{73C33F1E-83FE-4454-A4A5-368A740150D6}" destId="{2E1DEB41-F2CD-4A1A-A034-8FF008F81DB0}" srcOrd="0" destOrd="0" presId="urn:microsoft.com/office/officeart/2005/8/layout/chevron2"/>
    <dgm:cxn modelId="{53234253-329C-4AB5-AAD4-C22AFC5BB15D}" type="presOf" srcId="{67017916-03C1-449B-A47D-AAC8ACFEA305}" destId="{D84B45E3-3105-4828-81A5-E96589CB77DF}" srcOrd="0" destOrd="1" presId="urn:microsoft.com/office/officeart/2005/8/layout/chevron2"/>
    <dgm:cxn modelId="{0E441A63-97F5-454C-A4E0-4CC322C32886}" srcId="{B4DAF04F-9EB1-4427-AF17-5ECFE2F1315F}" destId="{FEF025F4-342D-4627-97C1-6750B6463D8C}" srcOrd="0" destOrd="0" parTransId="{403CB5B4-40A8-4964-8976-5DE675107BC9}" sibTransId="{3576AAE7-2D1F-46CD-B37F-967DDBD2F0C2}"/>
    <dgm:cxn modelId="{28CFA3C5-6921-49E7-9360-D9B2735F035A}" type="presOf" srcId="{DB942760-082C-4418-9121-C6121EB8B35C}" destId="{A30DBF06-54D9-46FA-90F2-1071711EEDC3}" srcOrd="0" destOrd="0" presId="urn:microsoft.com/office/officeart/2005/8/layout/chevron2"/>
    <dgm:cxn modelId="{612F6387-93EF-4947-9C9C-D157DD324E63}" type="presOf" srcId="{ECB27509-A183-40FF-810F-57F2348DC003}" destId="{9858BB37-F07F-4011-B984-1E38E4894D47}" srcOrd="0" destOrd="0" presId="urn:microsoft.com/office/officeart/2005/8/layout/chevron2"/>
    <dgm:cxn modelId="{0803E39E-41F0-4094-AF28-562B4572B60D}" srcId="{73C33F1E-83FE-4454-A4A5-368A740150D6}" destId="{ECB27509-A183-40FF-810F-57F2348DC003}" srcOrd="1" destOrd="0" parTransId="{3398B319-92B5-4EFD-A273-8A4C68C20E9B}" sibTransId="{2CE6AFBA-3A26-47D0-9A79-C62EF96C8C7F}"/>
    <dgm:cxn modelId="{B17F5833-900A-421D-9C65-715F96705FCF}" type="presOf" srcId="{FEF025F4-342D-4627-97C1-6750B6463D8C}" destId="{842A6D8E-0B94-4BEE-A9C6-D1D44E649101}" srcOrd="0" destOrd="0" presId="urn:microsoft.com/office/officeart/2005/8/layout/chevron2"/>
    <dgm:cxn modelId="{6F0AA7E8-92F9-4719-8806-33F9FC9ED70C}" type="presParOf" srcId="{2E1DEB41-F2CD-4A1A-A034-8FF008F81DB0}" destId="{E1FAAB2D-8940-4DC0-8C44-9FF5ACB33C7D}" srcOrd="0" destOrd="0" presId="urn:microsoft.com/office/officeart/2005/8/layout/chevron2"/>
    <dgm:cxn modelId="{C6FBD0A5-1DDB-431D-8936-4F6713855EDD}" type="presParOf" srcId="{E1FAAB2D-8940-4DC0-8C44-9FF5ACB33C7D}" destId="{AAF3F221-AA55-4564-BEB1-FAAD7A54F984}" srcOrd="0" destOrd="0" presId="urn:microsoft.com/office/officeart/2005/8/layout/chevron2"/>
    <dgm:cxn modelId="{36DCCA78-8A80-40E2-8C12-70698327E2CD}" type="presParOf" srcId="{E1FAAB2D-8940-4DC0-8C44-9FF5ACB33C7D}" destId="{842A6D8E-0B94-4BEE-A9C6-D1D44E649101}" srcOrd="1" destOrd="0" presId="urn:microsoft.com/office/officeart/2005/8/layout/chevron2"/>
    <dgm:cxn modelId="{140D4A43-D424-4552-B634-8A63F4092494}" type="presParOf" srcId="{2E1DEB41-F2CD-4A1A-A034-8FF008F81DB0}" destId="{9A8EC698-EDCF-4290-864F-77243D6B8CE4}" srcOrd="1" destOrd="0" presId="urn:microsoft.com/office/officeart/2005/8/layout/chevron2"/>
    <dgm:cxn modelId="{12C98B76-C36A-4EEC-81AE-4BC45EEF28EC}" type="presParOf" srcId="{2E1DEB41-F2CD-4A1A-A034-8FF008F81DB0}" destId="{85A8B922-BC29-4263-BD83-5414C685018A}" srcOrd="2" destOrd="0" presId="urn:microsoft.com/office/officeart/2005/8/layout/chevron2"/>
    <dgm:cxn modelId="{03369FE8-DADF-4507-B4BD-4D006EB4D924}" type="presParOf" srcId="{85A8B922-BC29-4263-BD83-5414C685018A}" destId="{9858BB37-F07F-4011-B984-1E38E4894D47}" srcOrd="0" destOrd="0" presId="urn:microsoft.com/office/officeart/2005/8/layout/chevron2"/>
    <dgm:cxn modelId="{B56BAB15-8519-4459-9723-270CF39A2CB6}" type="presParOf" srcId="{85A8B922-BC29-4263-BD83-5414C685018A}" destId="{A30DBF06-54D9-46FA-90F2-1071711EEDC3}" srcOrd="1" destOrd="0" presId="urn:microsoft.com/office/officeart/2005/8/layout/chevron2"/>
    <dgm:cxn modelId="{BE3379A9-5F0F-4D4C-A50D-C1DAFF7C9FF0}" type="presParOf" srcId="{2E1DEB41-F2CD-4A1A-A034-8FF008F81DB0}" destId="{435E12CC-29C1-4033-9AE2-A815F1E9FB2A}" srcOrd="3" destOrd="0" presId="urn:microsoft.com/office/officeart/2005/8/layout/chevron2"/>
    <dgm:cxn modelId="{F9F42B7F-7846-4717-B9BE-6E34389B278B}" type="presParOf" srcId="{2E1DEB41-F2CD-4A1A-A034-8FF008F81DB0}" destId="{7708B9B6-8AA9-4FD1-BD0A-44F8C51FDFF7}" srcOrd="4" destOrd="0" presId="urn:microsoft.com/office/officeart/2005/8/layout/chevron2"/>
    <dgm:cxn modelId="{73321BB5-E6C5-44E1-B161-8397ACF211D4}" type="presParOf" srcId="{7708B9B6-8AA9-4FD1-BD0A-44F8C51FDFF7}" destId="{934EE172-D909-44FC-A157-D8996FEEB940}" srcOrd="0" destOrd="0" presId="urn:microsoft.com/office/officeart/2005/8/layout/chevron2"/>
    <dgm:cxn modelId="{1A19C919-6F77-4708-91CD-F4E2A94824DE}" type="presParOf" srcId="{7708B9B6-8AA9-4FD1-BD0A-44F8C51FDFF7}" destId="{D84B45E3-3105-4828-81A5-E96589CB77D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FB017-97B7-4713-9E0D-05B29279F59B}">
      <dsp:nvSpPr>
        <dsp:cNvPr id="0" name=""/>
        <dsp:cNvSpPr/>
      </dsp:nvSpPr>
      <dsp:spPr>
        <a:xfrm>
          <a:off x="2470689" y="2236101"/>
          <a:ext cx="1514293" cy="980918"/>
        </a:xfrm>
        <a:prstGeom prst="roundRect">
          <a:avLst>
            <a:gd name="adj" fmla="val 10000"/>
          </a:avLst>
        </a:prstGeom>
        <a:solidFill>
          <a:schemeClr val="accent6">
            <a:lumMod val="75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Card</a:t>
          </a:r>
          <a:endParaRPr lang="en-IN" sz="1900" kern="1200" dirty="0"/>
        </a:p>
      </dsp:txBody>
      <dsp:txXfrm>
        <a:off x="2946525" y="2502879"/>
        <a:ext cx="1016909" cy="692593"/>
      </dsp:txXfrm>
    </dsp:sp>
    <dsp:sp modelId="{C6949908-9763-4DD1-A540-B47FAA627E77}">
      <dsp:nvSpPr>
        <dsp:cNvPr id="0" name=""/>
        <dsp:cNvSpPr/>
      </dsp:nvSpPr>
      <dsp:spPr>
        <a:xfrm>
          <a:off x="0" y="2236101"/>
          <a:ext cx="1514293" cy="980918"/>
        </a:xfrm>
        <a:prstGeom prst="roundRect">
          <a:avLst>
            <a:gd name="adj" fmla="val 10000"/>
          </a:avLst>
        </a:prstGeom>
        <a:solidFill>
          <a:schemeClr val="accent6">
            <a:lumMod val="75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Cash</a:t>
          </a:r>
          <a:endParaRPr lang="en-IN" sz="1900" kern="1200" dirty="0"/>
        </a:p>
      </dsp:txBody>
      <dsp:txXfrm>
        <a:off x="21548" y="2502879"/>
        <a:ext cx="1016909" cy="692593"/>
      </dsp:txXfrm>
    </dsp:sp>
    <dsp:sp modelId="{37B25EDA-77E8-4E79-A1EA-35E9415CCC8F}">
      <dsp:nvSpPr>
        <dsp:cNvPr id="0" name=""/>
        <dsp:cNvSpPr/>
      </dsp:nvSpPr>
      <dsp:spPr>
        <a:xfrm>
          <a:off x="2470689" y="151649"/>
          <a:ext cx="1514293" cy="980918"/>
        </a:xfrm>
        <a:prstGeom prst="roundRect">
          <a:avLst>
            <a:gd name="adj" fmla="val 10000"/>
          </a:avLst>
        </a:prstGeom>
        <a:solidFill>
          <a:schemeClr val="accent6">
            <a:lumMod val="75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Wallet</a:t>
          </a:r>
          <a:endParaRPr lang="en-IN" sz="1900" kern="1200" dirty="0"/>
        </a:p>
      </dsp:txBody>
      <dsp:txXfrm>
        <a:off x="2946525" y="173197"/>
        <a:ext cx="1016909" cy="692593"/>
      </dsp:txXfrm>
    </dsp:sp>
    <dsp:sp modelId="{C711C610-85A8-40B1-A5E3-B88074648C03}">
      <dsp:nvSpPr>
        <dsp:cNvPr id="0" name=""/>
        <dsp:cNvSpPr/>
      </dsp:nvSpPr>
      <dsp:spPr>
        <a:xfrm>
          <a:off x="0" y="151649"/>
          <a:ext cx="1514293" cy="980918"/>
        </a:xfrm>
        <a:prstGeom prst="roundRect">
          <a:avLst>
            <a:gd name="adj" fmla="val 10000"/>
          </a:avLst>
        </a:prstGeom>
        <a:solidFill>
          <a:schemeClr val="accent6">
            <a:lumMod val="75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UPI</a:t>
          </a:r>
          <a:endParaRPr lang="en-IN" sz="1900" kern="1200" dirty="0"/>
        </a:p>
      </dsp:txBody>
      <dsp:txXfrm>
        <a:off x="21548" y="173197"/>
        <a:ext cx="1016909" cy="692593"/>
      </dsp:txXfrm>
    </dsp:sp>
    <dsp:sp modelId="{603D0919-D049-4259-AC99-99464D126032}">
      <dsp:nvSpPr>
        <dsp:cNvPr id="0" name=""/>
        <dsp:cNvSpPr/>
      </dsp:nvSpPr>
      <dsp:spPr>
        <a:xfrm>
          <a:off x="634531" y="326375"/>
          <a:ext cx="1327305" cy="1327305"/>
        </a:xfrm>
        <a:prstGeom prst="pieWedge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26%</a:t>
          </a:r>
          <a:endParaRPr lang="en-IN" sz="2500" kern="1200" dirty="0"/>
        </a:p>
      </dsp:txBody>
      <dsp:txXfrm>
        <a:off x="1023290" y="715134"/>
        <a:ext cx="938546" cy="938546"/>
      </dsp:txXfrm>
    </dsp:sp>
    <dsp:sp modelId="{194803C0-933E-4895-9534-BC1C9E761528}">
      <dsp:nvSpPr>
        <dsp:cNvPr id="0" name=""/>
        <dsp:cNvSpPr/>
      </dsp:nvSpPr>
      <dsp:spPr>
        <a:xfrm rot="5400000">
          <a:off x="2023145" y="326375"/>
          <a:ext cx="1327305" cy="1327305"/>
        </a:xfrm>
        <a:prstGeom prst="pieWedg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25%</a:t>
          </a:r>
          <a:endParaRPr lang="en-IN" sz="2500" kern="1200" dirty="0"/>
        </a:p>
      </dsp:txBody>
      <dsp:txXfrm rot="-5400000">
        <a:off x="2023145" y="715134"/>
        <a:ext cx="938546" cy="938546"/>
      </dsp:txXfrm>
    </dsp:sp>
    <dsp:sp modelId="{40046299-8F03-4A0E-8A8B-2066522F0015}">
      <dsp:nvSpPr>
        <dsp:cNvPr id="0" name=""/>
        <dsp:cNvSpPr/>
      </dsp:nvSpPr>
      <dsp:spPr>
        <a:xfrm rot="10800000">
          <a:off x="2023145" y="1714988"/>
          <a:ext cx="1327305" cy="1327305"/>
        </a:xfrm>
        <a:prstGeom prst="pieWedge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24%</a:t>
          </a:r>
          <a:endParaRPr lang="en-IN" sz="2500" kern="1200" dirty="0"/>
        </a:p>
      </dsp:txBody>
      <dsp:txXfrm rot="10800000">
        <a:off x="2023145" y="1714988"/>
        <a:ext cx="938546" cy="938546"/>
      </dsp:txXfrm>
    </dsp:sp>
    <dsp:sp modelId="{BFE2A14C-7BB6-4138-A8C1-AD454715B55E}">
      <dsp:nvSpPr>
        <dsp:cNvPr id="0" name=""/>
        <dsp:cNvSpPr/>
      </dsp:nvSpPr>
      <dsp:spPr>
        <a:xfrm rot="16200000">
          <a:off x="634531" y="1714988"/>
          <a:ext cx="1327305" cy="1327305"/>
        </a:xfrm>
        <a:prstGeom prst="pieWedge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25%</a:t>
          </a:r>
          <a:endParaRPr lang="en-IN" sz="2500" kern="1200" dirty="0"/>
        </a:p>
      </dsp:txBody>
      <dsp:txXfrm rot="5400000">
        <a:off x="1023290" y="1714988"/>
        <a:ext cx="938546" cy="938546"/>
      </dsp:txXfrm>
    </dsp:sp>
    <dsp:sp modelId="{E37A0E35-4A36-4726-8B7A-8C05215092EB}">
      <dsp:nvSpPr>
        <dsp:cNvPr id="0" name=""/>
        <dsp:cNvSpPr/>
      </dsp:nvSpPr>
      <dsp:spPr>
        <a:xfrm>
          <a:off x="1763354" y="1408451"/>
          <a:ext cx="458273" cy="398498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58179-A691-4926-901A-AB96839A282E}">
      <dsp:nvSpPr>
        <dsp:cNvPr id="0" name=""/>
        <dsp:cNvSpPr/>
      </dsp:nvSpPr>
      <dsp:spPr>
        <a:xfrm rot="10800000">
          <a:off x="1763354" y="1561720"/>
          <a:ext cx="458273" cy="398498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DFB17-E0E4-4352-AF02-32B7E089155B}">
      <dsp:nvSpPr>
        <dsp:cNvPr id="0" name=""/>
        <dsp:cNvSpPr/>
      </dsp:nvSpPr>
      <dsp:spPr>
        <a:xfrm>
          <a:off x="1303086" y="426"/>
          <a:ext cx="2401847" cy="1921477"/>
        </a:xfrm>
        <a:prstGeom prst="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7797C-DA4E-4456-A223-CF3FC5BE73BB}">
      <dsp:nvSpPr>
        <dsp:cNvPr id="0" name=""/>
        <dsp:cNvSpPr/>
      </dsp:nvSpPr>
      <dsp:spPr>
        <a:xfrm>
          <a:off x="1519252" y="1729755"/>
          <a:ext cx="2137643" cy="67251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b="1" kern="1200" dirty="0" smtClean="0">
              <a:latin typeface="Times New Roman" pitchFamily="18" charset="0"/>
              <a:cs typeface="Times New Roman" pitchFamily="18" charset="0"/>
            </a:rPr>
            <a:t>Top-selling items</a:t>
          </a:r>
          <a:endParaRPr lang="en-IN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519252" y="1729755"/>
        <a:ext cx="2137643" cy="672517"/>
      </dsp:txXfrm>
    </dsp:sp>
    <dsp:sp modelId="{422BBE42-2A88-42C6-A1EE-004895E83D5C}">
      <dsp:nvSpPr>
        <dsp:cNvPr id="0" name=""/>
        <dsp:cNvSpPr/>
      </dsp:nvSpPr>
      <dsp:spPr>
        <a:xfrm>
          <a:off x="3945117" y="426"/>
          <a:ext cx="2401847" cy="1921477"/>
        </a:xfrm>
        <a:prstGeom prst="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0C23B-89B2-4A52-B930-92DB0977DD4A}">
      <dsp:nvSpPr>
        <dsp:cNvPr id="0" name=""/>
        <dsp:cNvSpPr/>
      </dsp:nvSpPr>
      <dsp:spPr>
        <a:xfrm>
          <a:off x="4161284" y="1729755"/>
          <a:ext cx="2137643" cy="67251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b="1" kern="1200" dirty="0" smtClean="0">
              <a:latin typeface="Times New Roman" pitchFamily="18" charset="0"/>
              <a:cs typeface="Times New Roman" pitchFamily="18" charset="0"/>
            </a:rPr>
            <a:t>Average Price Category</a:t>
          </a:r>
          <a:endParaRPr lang="en-IN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61284" y="1729755"/>
        <a:ext cx="2137643" cy="672517"/>
      </dsp:txXfrm>
    </dsp:sp>
    <dsp:sp modelId="{3B78DECA-FCAD-46A5-B4A8-27AF753903A2}">
      <dsp:nvSpPr>
        <dsp:cNvPr id="0" name=""/>
        <dsp:cNvSpPr/>
      </dsp:nvSpPr>
      <dsp:spPr>
        <a:xfrm>
          <a:off x="2624101" y="2642457"/>
          <a:ext cx="2401847" cy="1921477"/>
        </a:xfrm>
        <a:prstGeom prst="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062F6-9F8C-4E7F-ADC2-C0B16B33DB48}">
      <dsp:nvSpPr>
        <dsp:cNvPr id="0" name=""/>
        <dsp:cNvSpPr/>
      </dsp:nvSpPr>
      <dsp:spPr>
        <a:xfrm>
          <a:off x="2840268" y="4371787"/>
          <a:ext cx="2137643" cy="672517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b="1" kern="1200" dirty="0" smtClean="0">
              <a:latin typeface="Times New Roman" pitchFamily="18" charset="0"/>
              <a:cs typeface="Times New Roman" pitchFamily="18" charset="0"/>
            </a:rPr>
            <a:t>Demand Consistency</a:t>
          </a:r>
          <a:endParaRPr lang="en-IN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840268" y="4371787"/>
        <a:ext cx="2137643" cy="6725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3F221-AA55-4564-BEB1-FAAD7A54F984}">
      <dsp:nvSpPr>
        <dsp:cNvPr id="0" name=""/>
        <dsp:cNvSpPr/>
      </dsp:nvSpPr>
      <dsp:spPr>
        <a:xfrm rot="5400000">
          <a:off x="-212750" y="213292"/>
          <a:ext cx="1418335" cy="9928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latin typeface="Times New Roman" pitchFamily="18" charset="0"/>
              <a:cs typeface="Times New Roman" pitchFamily="18" charset="0"/>
            </a:rPr>
            <a:t>Peak Season</a:t>
          </a:r>
        </a:p>
      </dsp:txBody>
      <dsp:txXfrm rot="-5400000">
        <a:off x="1" y="496958"/>
        <a:ext cx="992834" cy="425501"/>
      </dsp:txXfrm>
    </dsp:sp>
    <dsp:sp modelId="{842A6D8E-0B94-4BEE-A9C6-D1D44E649101}">
      <dsp:nvSpPr>
        <dsp:cNvPr id="0" name=""/>
        <dsp:cNvSpPr/>
      </dsp:nvSpPr>
      <dsp:spPr>
        <a:xfrm rot="5400000">
          <a:off x="4130939" y="-3137562"/>
          <a:ext cx="921918" cy="71981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700" kern="1200" dirty="0" smtClean="0">
              <a:latin typeface="Times New Roman" pitchFamily="18" charset="0"/>
              <a:cs typeface="Times New Roman" pitchFamily="18" charset="0"/>
            </a:rPr>
            <a:t>Summer (1.2M revenue)</a:t>
          </a:r>
          <a:endParaRPr lang="en-IN" sz="2700" kern="1200" dirty="0">
            <a:latin typeface="Times New Roman" pitchFamily="18" charset="0"/>
            <a:cs typeface="Times New Roman" pitchFamily="18" charset="0"/>
          </a:endParaRPr>
        </a:p>
      </dsp:txBody>
      <dsp:txXfrm rot="-5400000">
        <a:off x="992834" y="45547"/>
        <a:ext cx="7153124" cy="831910"/>
      </dsp:txXfrm>
    </dsp:sp>
    <dsp:sp modelId="{9858BB37-F07F-4011-B984-1E38E4894D47}">
      <dsp:nvSpPr>
        <dsp:cNvPr id="0" name=""/>
        <dsp:cNvSpPr/>
      </dsp:nvSpPr>
      <dsp:spPr>
        <a:xfrm rot="5400000">
          <a:off x="-212750" y="1434933"/>
          <a:ext cx="1418335" cy="9928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latin typeface="Times New Roman" pitchFamily="18" charset="0"/>
              <a:cs typeface="Times New Roman" pitchFamily="18" charset="0"/>
            </a:rPr>
            <a:t>Lowest Season</a:t>
          </a:r>
          <a:endParaRPr lang="en-IN" sz="1400" kern="1200" dirty="0">
            <a:latin typeface="Times New Roman" pitchFamily="18" charset="0"/>
            <a:cs typeface="Times New Roman" pitchFamily="18" charset="0"/>
          </a:endParaRPr>
        </a:p>
      </dsp:txBody>
      <dsp:txXfrm rot="-5400000">
        <a:off x="1" y="1718599"/>
        <a:ext cx="992834" cy="425501"/>
      </dsp:txXfrm>
    </dsp:sp>
    <dsp:sp modelId="{A30DBF06-54D9-46FA-90F2-1071711EEDC3}">
      <dsp:nvSpPr>
        <dsp:cNvPr id="0" name=""/>
        <dsp:cNvSpPr/>
      </dsp:nvSpPr>
      <dsp:spPr>
        <a:xfrm rot="5400000">
          <a:off x="4130939" y="-1915922"/>
          <a:ext cx="921918" cy="71981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700" kern="1200" dirty="0" smtClean="0">
              <a:latin typeface="Times New Roman" pitchFamily="18" charset="0"/>
              <a:cs typeface="Times New Roman" pitchFamily="18" charset="0"/>
            </a:rPr>
            <a:t>Autumn (0.7M revenue)</a:t>
          </a:r>
          <a:endParaRPr lang="en-IN" sz="2700" kern="1200" dirty="0">
            <a:latin typeface="Times New Roman" pitchFamily="18" charset="0"/>
            <a:cs typeface="Times New Roman" pitchFamily="18" charset="0"/>
          </a:endParaRPr>
        </a:p>
      </dsp:txBody>
      <dsp:txXfrm rot="-5400000">
        <a:off x="992834" y="1267187"/>
        <a:ext cx="7153124" cy="831910"/>
      </dsp:txXfrm>
    </dsp:sp>
    <dsp:sp modelId="{934EE172-D909-44FC-A157-D8996FEEB940}">
      <dsp:nvSpPr>
        <dsp:cNvPr id="0" name=""/>
        <dsp:cNvSpPr/>
      </dsp:nvSpPr>
      <dsp:spPr>
        <a:xfrm rot="5400000">
          <a:off x="-212750" y="2656573"/>
          <a:ext cx="1418335" cy="9928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err="1" smtClean="0">
              <a:latin typeface="Times New Roman" pitchFamily="18" charset="0"/>
              <a:cs typeface="Times New Roman" pitchFamily="18" charset="0"/>
            </a:rPr>
            <a:t>Peak&amp;Off-Peak</a:t>
          </a:r>
          <a:r>
            <a:rPr lang="en-IN" sz="1400" b="1" kern="1200" dirty="0" smtClean="0">
              <a:latin typeface="Times New Roman" pitchFamily="18" charset="0"/>
              <a:cs typeface="Times New Roman" pitchFamily="18" charset="0"/>
            </a:rPr>
            <a:t> Month</a:t>
          </a:r>
          <a:endParaRPr lang="en-IN" sz="1400" kern="1200" dirty="0">
            <a:latin typeface="Times New Roman" pitchFamily="18" charset="0"/>
            <a:cs typeface="Times New Roman" pitchFamily="18" charset="0"/>
          </a:endParaRPr>
        </a:p>
      </dsp:txBody>
      <dsp:txXfrm rot="-5400000">
        <a:off x="1" y="2940239"/>
        <a:ext cx="992834" cy="425501"/>
      </dsp:txXfrm>
    </dsp:sp>
    <dsp:sp modelId="{D84B45E3-3105-4828-81A5-E96589CB77DF}">
      <dsp:nvSpPr>
        <dsp:cNvPr id="0" name=""/>
        <dsp:cNvSpPr/>
      </dsp:nvSpPr>
      <dsp:spPr>
        <a:xfrm rot="5400000">
          <a:off x="4130939" y="-694281"/>
          <a:ext cx="921918" cy="71981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700" kern="1200" dirty="0" smtClean="0">
              <a:latin typeface="Times New Roman" pitchFamily="18" charset="0"/>
              <a:cs typeface="Times New Roman" pitchFamily="18" charset="0"/>
            </a:rPr>
            <a:t>July</a:t>
          </a:r>
          <a:endParaRPr lang="en-IN" sz="2700" kern="1200" dirty="0">
            <a:latin typeface="Times New Roman" pitchFamily="18" charset="0"/>
            <a:cs typeface="Times New Roman" pitchFamily="18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700" kern="1200" dirty="0" smtClean="0">
              <a:latin typeface="Times New Roman" pitchFamily="18" charset="0"/>
              <a:cs typeface="Times New Roman" pitchFamily="18" charset="0"/>
            </a:rPr>
            <a:t>November</a:t>
          </a:r>
          <a:endParaRPr lang="en-IN" sz="2700" kern="1200" dirty="0">
            <a:latin typeface="Times New Roman" pitchFamily="18" charset="0"/>
            <a:cs typeface="Times New Roman" pitchFamily="18" charset="0"/>
          </a:endParaRPr>
        </a:p>
      </dsp:txBody>
      <dsp:txXfrm rot="-5400000">
        <a:off x="992834" y="2488828"/>
        <a:ext cx="7153124" cy="831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1909873"/>
            <a:ext cx="12188824" cy="2343149"/>
          </a:xfrm>
        </p:spPr>
        <p:txBody>
          <a:bodyPr/>
          <a:lstStyle/>
          <a:p>
            <a:r>
              <a:rPr b="1" dirty="0">
                <a:latin typeface="Times New Roman" pitchFamily="18" charset="0"/>
                <a:cs typeface="Times New Roman" pitchFamily="18" charset="0"/>
              </a:rPr>
              <a:t>Food Trend Analysis: Customer Behavior and Market Insights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88825" cy="2253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700" y="5010150"/>
            <a:ext cx="5200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SUBMITTED TO 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NITHYASRI S J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05650" y="5147101"/>
            <a:ext cx="5083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SUBMITTED BY: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Iti Tiwari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274638"/>
            <a:ext cx="8229600" cy="1143000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1417638"/>
            <a:ext cx="11811000" cy="5287962"/>
          </a:xfrm>
        </p:spPr>
        <p:txBody>
          <a:bodyPr wrap="square">
            <a:normAutofit/>
          </a:bodyPr>
          <a:lstStyle/>
          <a:p>
            <a:endParaRPr dirty="0"/>
          </a:p>
          <a:p>
            <a:pPr algn="just">
              <a:spcAft>
                <a:spcPts val="600"/>
              </a:spcAft>
              <a:defRPr sz="2000"/>
            </a:pPr>
            <a:r>
              <a:rPr sz="3000" b="1" dirty="0">
                <a:latin typeface="Times New Roman" pitchFamily="18" charset="0"/>
                <a:cs typeface="Times New Roman" pitchFamily="18" charset="0"/>
              </a:rPr>
              <a:t>Objective: </a:t>
            </a:r>
            <a:r>
              <a:rPr sz="2600" dirty="0">
                <a:latin typeface="Times New Roman" pitchFamily="18" charset="0"/>
                <a:cs typeface="Times New Roman" pitchFamily="18" charset="0"/>
              </a:rPr>
              <a:t>To analyze customer purchasing patterns, regional performance, and seasonal trends in the food industry using data visualization and analytics.</a:t>
            </a:r>
          </a:p>
          <a:p>
            <a:pPr algn="just">
              <a:spcAft>
                <a:spcPts val="600"/>
              </a:spcAft>
              <a:defRPr sz="2000"/>
            </a:pPr>
            <a:r>
              <a:rPr sz="2800" b="1" dirty="0">
                <a:latin typeface="Times New Roman" pitchFamily="18" charset="0"/>
                <a:cs typeface="Times New Roman" pitchFamily="18" charset="0"/>
              </a:rPr>
              <a:t>Key Focus Areas:</a:t>
            </a:r>
          </a:p>
          <a:p>
            <a:pPr algn="just">
              <a:spcAft>
                <a:spcPts val="600"/>
              </a:spcAft>
              <a:defRPr sz="2000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sz="2600" dirty="0" smtClean="0">
                <a:latin typeface="Times New Roman" pitchFamily="18" charset="0"/>
                <a:cs typeface="Times New Roman" pitchFamily="18" charset="0"/>
              </a:rPr>
              <a:t>Sales Overview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                        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Regional Insights</a:t>
            </a:r>
          </a:p>
          <a:p>
            <a:pPr algn="just">
              <a:spcAft>
                <a:spcPts val="600"/>
              </a:spcAft>
              <a:defRPr sz="2000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Seasonal Trends                             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Customer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Insights</a:t>
            </a:r>
          </a:p>
          <a:p>
            <a:pPr algn="just">
              <a:spcAft>
                <a:spcPts val="600"/>
              </a:spcAft>
              <a:defRPr sz="2000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Future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Recommendations               </a:t>
            </a: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Product 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Insights</a:t>
            </a:r>
          </a:p>
          <a:p>
            <a:pPr marL="0" indent="0" algn="just">
              <a:spcAft>
                <a:spcPts val="600"/>
              </a:spcAft>
              <a:buNone/>
              <a:defRPr sz="2000"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600"/>
              </a:spcAft>
              <a:defRPr sz="2000"/>
            </a:pPr>
            <a:endParaRPr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315" y="2248581"/>
            <a:ext cx="8229600" cy="1143000"/>
          </a:xfrm>
        </p:spPr>
        <p:txBody>
          <a:bodyPr/>
          <a:lstStyle/>
          <a:p>
            <a:r>
              <a:rPr dirty="0"/>
              <a:t>Data Source &amp;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941" y="3280228"/>
            <a:ext cx="7093857" cy="2410506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buFont typeface="Wingdings" pitchFamily="2" charset="2"/>
              <a:buChar char="Ø"/>
              <a:defRPr sz="2000"/>
            </a:pPr>
            <a:r>
              <a:rPr sz="2800" b="1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Sources:</a:t>
            </a:r>
          </a:p>
          <a:p>
            <a:pPr algn="just">
              <a:spcAft>
                <a:spcPts val="600"/>
              </a:spcAft>
              <a:buFont typeface="Wingdings" pitchFamily="2" charset="2"/>
              <a:buChar char="§"/>
              <a:defRPr sz="2000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sz="2400" dirty="0" smtClean="0">
                <a:latin typeface="Times New Roman" pitchFamily="18" charset="0"/>
                <a:cs typeface="Times New Roman" pitchFamily="18" charset="0"/>
              </a:rPr>
              <a:t>Collected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sample transactional data (Orders, Customers,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sz="2400" dirty="0" smtClean="0">
                <a:latin typeface="Times New Roman" pitchFamily="18" charset="0"/>
                <a:cs typeface="Times New Roman" pitchFamily="18" charset="0"/>
              </a:rPr>
              <a:t>Regions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, Food Items)</a:t>
            </a:r>
          </a:p>
          <a:p>
            <a:pPr algn="just">
              <a:spcAft>
                <a:spcPts val="600"/>
              </a:spcAft>
              <a:buFont typeface="Wingdings" pitchFamily="2" charset="2"/>
              <a:buChar char="§"/>
              <a:defRPr sz="2000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sz="2400" dirty="0" smtClean="0">
                <a:latin typeface="Times New Roman" pitchFamily="18" charset="0"/>
                <a:cs typeface="Times New Roman" pitchFamily="18" charset="0"/>
              </a:rPr>
              <a:t>Time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period</a:t>
            </a:r>
            <a:r>
              <a:rPr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2023-2024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7592786" y="3280228"/>
            <a:ext cx="4452257" cy="172833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Wingdings" pitchFamily="2" charset="2"/>
              <a:buChar char="Ø"/>
              <a:defRPr sz="2000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Tools Used:</a:t>
            </a:r>
          </a:p>
          <a:p>
            <a:pPr>
              <a:spcAft>
                <a:spcPts val="600"/>
              </a:spcAft>
              <a:buFont typeface="Wingdings" pitchFamily="2" charset="2"/>
              <a:buChar char="§"/>
              <a:defRPr sz="2000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Power BI: Data visualization</a:t>
            </a:r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825" cy="22485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343" y="274638"/>
            <a:ext cx="8229600" cy="1143000"/>
          </a:xfrm>
        </p:spPr>
        <p:txBody>
          <a:bodyPr/>
          <a:lstStyle/>
          <a:p>
            <a:r>
              <a:rPr b="1" dirty="0">
                <a:latin typeface="Times New Roman" pitchFamily="18" charset="0"/>
                <a:cs typeface="Times New Roman" pitchFamily="18" charset="0"/>
              </a:rPr>
              <a:t>Sales Overview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3759200"/>
            <a:ext cx="7501945" cy="236696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endParaRPr dirty="0"/>
          </a:p>
          <a:p>
            <a:pPr algn="just">
              <a:spcAft>
                <a:spcPts val="600"/>
              </a:spcAft>
              <a:defRPr sz="2000"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Payment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Preferences: UPI (26%), Wallet (25%), Cash (25%), Card (24%)</a:t>
            </a:r>
          </a:p>
          <a:p>
            <a:pPr algn="just">
              <a:spcAft>
                <a:spcPts val="600"/>
              </a:spcAft>
              <a:defRPr sz="2000"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Peak Sales in July, drop in November.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1" y="1417638"/>
            <a:ext cx="2728686" cy="195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000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Avg.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Discount</a:t>
            </a:r>
          </a:p>
          <a:p>
            <a:pPr algn="ctr">
              <a:spcAft>
                <a:spcPts val="600"/>
              </a:spcAft>
              <a:defRPr sz="2000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15.56%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56090" y="1417638"/>
            <a:ext cx="2987899" cy="19558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000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Orders</a:t>
            </a:r>
          </a:p>
          <a:p>
            <a:pPr algn="ctr">
              <a:spcAft>
                <a:spcPts val="600"/>
              </a:spcAft>
              <a:defRPr sz="2000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2000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51572" y="1417638"/>
            <a:ext cx="2772841" cy="19558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000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Revenue</a:t>
            </a:r>
          </a:p>
          <a:p>
            <a:pPr algn="ctr">
              <a:spcAft>
                <a:spcPts val="600"/>
              </a:spcAft>
              <a:defRPr sz="2000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4M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961376275"/>
              </p:ext>
            </p:extLst>
          </p:nvPr>
        </p:nvGraphicFramePr>
        <p:xfrm>
          <a:off x="8203842" y="3489330"/>
          <a:ext cx="3984983" cy="3368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752" y="1763109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itchFamily="18" charset="0"/>
                <a:cs typeface="Times New Roman" pitchFamily="18" charset="0"/>
              </a:rPr>
              <a:t>Customer Behavior &amp;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3334" y="2906109"/>
            <a:ext cx="4430334" cy="3177862"/>
          </a:xfrm>
        </p:spPr>
        <p:txBody>
          <a:bodyPr wrap="square"/>
          <a:lstStyle/>
          <a:p>
            <a:pPr algn="just"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Customer Metrics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Total Customers: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787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Avg. Rating: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3.74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Gender Split: ~50% Male / Female</a:t>
            </a:r>
          </a:p>
          <a:p>
            <a:pPr algn="just"/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1895740"/>
          </a:xfrm>
          <a:prstGeom prst="rect">
            <a:avLst/>
          </a:prstGeom>
        </p:spPr>
      </p:pic>
      <p:sp>
        <p:nvSpPr>
          <p:cNvPr id="8" name="Content Placeholder 7"/>
          <p:cNvSpPr txBox="1">
            <a:spLocks noGrp="1"/>
          </p:cNvSpPr>
          <p:nvPr>
            <p:ph sz="half" idx="2"/>
          </p:nvPr>
        </p:nvSpPr>
        <p:spPr>
          <a:xfrm>
            <a:off x="5859463" y="3013075"/>
            <a:ext cx="5048250" cy="266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Revenue Drivers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Age Group 46–55 generated 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highest revenue (1.03M)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Majority feedback: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Good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&amp; Excellent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30" y="274638"/>
            <a:ext cx="8229600" cy="1143000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Product &amp; Menu Insights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030" y="0"/>
            <a:ext cx="3724795" cy="6858000"/>
          </a:xfrm>
          <a:prstGeom prst="rect">
            <a:avLst/>
          </a:prstGeom>
        </p:spPr>
      </p:pic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1406226706"/>
              </p:ext>
            </p:extLst>
          </p:nvPr>
        </p:nvGraphicFramePr>
        <p:xfrm>
          <a:off x="425003" y="1571222"/>
          <a:ext cx="7650051" cy="5044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725769" y="1571222"/>
            <a:ext cx="23954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Brownie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Burger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Cheesecake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Biryani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46242" y="1725769"/>
            <a:ext cx="20091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Dessert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Beverage</a:t>
            </a:r>
          </a:p>
          <a:p>
            <a:pPr marL="285750" indent="-285750">
              <a:buFont typeface="Wingdings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Asian </a:t>
            </a:r>
          </a:p>
          <a:p>
            <a:pPr marL="285750" indent="-285750">
              <a:buFont typeface="Wingdings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Fast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Food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93961" y="4365938"/>
            <a:ext cx="2125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Consistent demand across months; small dip at year-end.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731625" cy="1143000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Regional &amp; Platform Insights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923" y="3068412"/>
            <a:ext cx="7405353" cy="368902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5016322" cy="2073498"/>
          </a:xfrm>
        </p:spPr>
        <p:txBody>
          <a:bodyPr wrap="square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Regional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Performance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  <a:buFont typeface="Wingdings" pitchFamily="2" charset="2"/>
              <a:buChar char="§"/>
              <a:defRPr sz="2000"/>
            </a:pPr>
            <a:r>
              <a:rPr dirty="0">
                <a:latin typeface="Times New Roman" pitchFamily="18" charset="0"/>
                <a:cs typeface="Times New Roman" pitchFamily="18" charset="0"/>
              </a:rPr>
              <a:t>Top Region: Pune</a:t>
            </a:r>
          </a:p>
          <a:p>
            <a:pPr>
              <a:spcAft>
                <a:spcPts val="600"/>
              </a:spcAft>
              <a:buFont typeface="Wingdings" pitchFamily="2" charset="2"/>
              <a:buChar char="§"/>
              <a:defRPr sz="2000"/>
            </a:pPr>
            <a:r>
              <a:rPr dirty="0">
                <a:latin typeface="Times New Roman" pitchFamily="18" charset="0"/>
                <a:cs typeface="Times New Roman" pitchFamily="18" charset="0"/>
              </a:rPr>
              <a:t>Top Platform: Pizza Hut (Highest revenue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4283" y="1264777"/>
            <a:ext cx="5499278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itchFamily="2" charset="2"/>
              <a:buChar char="Ø"/>
              <a:defRPr sz="2000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Order Distribution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§"/>
              <a:defRPr sz="2000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Zomato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(429), KFC (405), Domino’s (392)</a:t>
            </a:r>
          </a:p>
          <a:p>
            <a:pPr marL="342900" indent="-342900">
              <a:spcAft>
                <a:spcPts val="600"/>
              </a:spcAft>
              <a:buFont typeface="Wingdings" pitchFamily="2" charset="2"/>
              <a:buChar char="§"/>
              <a:defRPr sz="2000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Payment Mode Share: UPI dominates with ~26% usage.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74638"/>
            <a:ext cx="8435661" cy="1143000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Seasonal &amp; Time Trends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338652969"/>
              </p:ext>
            </p:extLst>
          </p:nvPr>
        </p:nvGraphicFramePr>
        <p:xfrm>
          <a:off x="244699" y="1469153"/>
          <a:ext cx="8190963" cy="3862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6518" y="5602310"/>
            <a:ext cx="7572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Orders highest on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Wednesday &amp; Sunday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v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814" y="0"/>
            <a:ext cx="3663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731625" cy="1143000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Future Insights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062" y="1367306"/>
            <a:ext cx="6709893" cy="11719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6060" y="2507087"/>
            <a:ext cx="6709893" cy="11719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6059" y="3679065"/>
            <a:ext cx="6709893" cy="11719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6062" y="4851043"/>
            <a:ext cx="6709893" cy="11719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6059" y="1367306"/>
            <a:ext cx="6709893" cy="116955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Monsoon Season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Monsoon season drives fast-food sales.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6059" y="2550698"/>
            <a:ext cx="6709896" cy="116955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Online Beverages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Beverages perform well online.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062" y="3679065"/>
            <a:ext cx="6709893" cy="116955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Loyalty Members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Loyalty members spend 25% more.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6062" y="4851044"/>
            <a:ext cx="6709890" cy="116955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Underperforming Regions</a:t>
            </a: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Underperforming regions need localized offers.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715" y="1200534"/>
            <a:ext cx="4822109" cy="56574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532" y="609488"/>
            <a:ext cx="6510270" cy="1143000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Impact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510270" cy="4525963"/>
          </a:xfrm>
        </p:spPr>
        <p:txBody>
          <a:bodyPr wrap="square">
            <a:normAutofit/>
          </a:bodyPr>
          <a:lstStyle/>
          <a:p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  <a:defRPr sz="2000"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Improved customer satisfaction &amp; loyalty.</a:t>
            </a:r>
          </a:p>
          <a:p>
            <a:pPr>
              <a:spcAft>
                <a:spcPts val="600"/>
              </a:spcAft>
              <a:defRPr sz="2000"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Data-backed sales forecasting.</a:t>
            </a:r>
          </a:p>
          <a:p>
            <a:pPr>
              <a:spcAft>
                <a:spcPts val="600"/>
              </a:spcAft>
              <a:defRPr sz="2000"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Optimized marketing and pricing strategy.</a:t>
            </a:r>
          </a:p>
          <a:p>
            <a:pPr>
              <a:spcAft>
                <a:spcPts val="600"/>
              </a:spcAft>
              <a:defRPr sz="2000"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Better understanding of customer preferences.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470" y="0"/>
            <a:ext cx="52213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078" y="3063561"/>
            <a:ext cx="11468637" cy="1143000"/>
          </a:xfrm>
        </p:spPr>
        <p:txBody>
          <a:bodyPr/>
          <a:lstStyle/>
          <a:p>
            <a:r>
              <a:rPr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70" y="4206561"/>
            <a:ext cx="10715738" cy="2224825"/>
          </a:xfrm>
        </p:spPr>
        <p:txBody>
          <a:bodyPr wrap="square">
            <a:normAutofit/>
          </a:bodyPr>
          <a:lstStyle/>
          <a:p>
            <a:pPr marL="0" indent="0" algn="just">
              <a:spcAft>
                <a:spcPts val="600"/>
              </a:spcAft>
              <a:buNone/>
              <a:defRPr sz="2000"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Food Trend Analysis provides valuable insights into customer behavior, product popularity, and market dynamics. It enables data-driven decision-making for improving business strategy.</a:t>
            </a:r>
          </a:p>
          <a:p>
            <a:pPr algn="just">
              <a:spcAft>
                <a:spcPts val="600"/>
              </a:spcAft>
              <a:defRPr sz="2000"/>
            </a:pP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8825" cy="30522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2969" y="2760261"/>
            <a:ext cx="8229600" cy="1143000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US" sz="8800" i="1" dirty="0" smtClean="0">
                <a:latin typeface="Times New Roman" pitchFamily="18" charset="0"/>
                <a:cs typeface="Times New Roman" pitchFamily="18" charset="0"/>
              </a:rPr>
              <a:t>Thank You !</a:t>
            </a:r>
            <a:endParaRPr lang="en-IN" sz="88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432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402</Words>
  <Application>Microsoft Office PowerPoint</Application>
  <PresentationFormat>Custom</PresentationFormat>
  <Paragraphs>91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Food Trend Analysis: Customer Behavior and Market Insights</vt:lpstr>
      <vt:lpstr>Project Overview</vt:lpstr>
      <vt:lpstr>Data Source &amp; Tools Used</vt:lpstr>
      <vt:lpstr>Sales Overview Dashboard</vt:lpstr>
      <vt:lpstr>Customer Behavior &amp; Demographics</vt:lpstr>
      <vt:lpstr>Product &amp; Menu Insights</vt:lpstr>
      <vt:lpstr>Regional &amp; Platform Insights</vt:lpstr>
      <vt:lpstr>Seasonal &amp; Time Trends</vt:lpstr>
      <vt:lpstr>Future Insights Dashboard</vt:lpstr>
      <vt:lpstr>Impact &amp; Outcomes</vt:lpstr>
      <vt:lpstr>Conclusion</vt:lpstr>
      <vt:lpstr>Thank You !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Trend Analysis: Customer Behavior and Market Insights</dc:title>
  <dc:subject/>
  <dc:creator/>
  <cp:keywords/>
  <dc:description>generated using python-pptx</dc:description>
  <cp:lastModifiedBy>Iti Tiwari</cp:lastModifiedBy>
  <cp:revision>17</cp:revision>
  <dcterms:created xsi:type="dcterms:W3CDTF">2013-01-27T09:14:16Z</dcterms:created>
  <dcterms:modified xsi:type="dcterms:W3CDTF">2025-11-03T11:00:20Z</dcterms:modified>
  <cp:category/>
</cp:coreProperties>
</file>